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4"/>
  </p:notesMasterIdLst>
  <p:sldIdLst>
    <p:sldId id="326" r:id="rId5"/>
    <p:sldId id="331" r:id="rId6"/>
    <p:sldId id="327" r:id="rId7"/>
    <p:sldId id="328" r:id="rId8"/>
    <p:sldId id="329" r:id="rId9"/>
    <p:sldId id="330" r:id="rId10"/>
    <p:sldId id="319" r:id="rId11"/>
    <p:sldId id="323" r:id="rId12"/>
    <p:sldId id="324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NISTÈRIEL" id="{0B896E98-F45E-4768-8620-EDDF394BE181}">
          <p14:sldIdLst>
            <p14:sldId id="326"/>
            <p14:sldId id="331"/>
            <p14:sldId id="327"/>
            <p14:sldId id="328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255" userDrawn="1">
          <p15:clr>
            <a:srgbClr val="A4A3A4"/>
          </p15:clr>
        </p15:guide>
        <p15:guide id="3" orient="horz" pos="1139" userDrawn="1">
          <p15:clr>
            <a:srgbClr val="A4A3A4"/>
          </p15:clr>
        </p15:guide>
        <p15:guide id="4" orient="horz" pos="1095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orient="horz" pos="4201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pos="5193" userDrawn="1">
          <p15:clr>
            <a:srgbClr val="A4A3A4"/>
          </p15:clr>
        </p15:guide>
        <p15:guide id="10" pos="54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/>
    <p:restoredTop sz="94660"/>
  </p:normalViewPr>
  <p:slideViewPr>
    <p:cSldViewPr showGuides="1">
      <p:cViewPr varScale="1">
        <p:scale>
          <a:sx n="131" d="100"/>
          <a:sy n="131" d="100"/>
        </p:scale>
        <p:origin x="1288" y="184"/>
      </p:cViewPr>
      <p:guideLst>
        <p:guide orient="horz" pos="2160"/>
        <p:guide orient="horz" pos="255"/>
        <p:guide orient="horz" pos="1139"/>
        <p:guide orient="horz" pos="1095"/>
        <p:guide orient="horz" pos="4065"/>
        <p:guide orient="horz" pos="4201"/>
        <p:guide pos="2880"/>
        <p:guide pos="476"/>
        <p:guide pos="5193"/>
        <p:guide pos="546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23/09/2024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18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20000" y="5226529"/>
            <a:ext cx="3240000" cy="1200000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Intitulé de la direction </a:t>
            </a:r>
            <a:br>
              <a:rPr lang="fr-FR" dirty="0"/>
            </a:br>
            <a:r>
              <a:rPr lang="fr-FR" dirty="0"/>
              <a:t>ou de l’organisme rattaché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18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A7C50F-9B06-5065-CBCD-2E7D3B2997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520" y="112142"/>
            <a:ext cx="5822021" cy="425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3128061"/>
            <a:ext cx="8424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360000" y="63792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5C125928-0CA5-1A01-C34B-F4D8017B22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4" y="239630"/>
            <a:ext cx="3057081" cy="223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1200000"/>
            <a:ext cx="8424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2522624"/>
            <a:ext cx="2520000" cy="3374400"/>
          </a:xfrm>
        </p:spPr>
        <p:txBody>
          <a:bodyPr/>
          <a:lstStyle>
            <a:lvl1pPr marL="143996" indent="-143996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3992" indent="-143996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12000" y="2524800"/>
            <a:ext cx="2520000" cy="3374400"/>
          </a:xfrm>
        </p:spPr>
        <p:txBody>
          <a:bodyPr/>
          <a:lstStyle>
            <a:lvl1pPr marL="143996" indent="-143996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3992" indent="-143996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63999" y="2524800"/>
            <a:ext cx="2520000" cy="3374400"/>
          </a:xfrm>
        </p:spPr>
        <p:txBody>
          <a:bodyPr/>
          <a:lstStyle>
            <a:lvl1pPr marL="143996" indent="-143996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3992" indent="-143996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412776"/>
            <a:ext cx="9144000" cy="5446424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84000"/>
            <a:ext cx="8424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5990" indent="-39599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1200000"/>
            <a:ext cx="8424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240000"/>
            <a:ext cx="5472000" cy="480000"/>
          </a:xfrm>
        </p:spPr>
        <p:txBody>
          <a:bodyPr/>
          <a:lstStyle>
            <a:lvl1pPr marL="107997" indent="-107997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7997" indent="-107997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9999" y="2448000"/>
            <a:ext cx="252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12000" y="2448000"/>
            <a:ext cx="252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64000" y="2448000"/>
            <a:ext cx="252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9999" y="1200000"/>
            <a:ext cx="8424000" cy="960000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359998" y="2448000"/>
            <a:ext cx="8424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240000"/>
            <a:ext cx="5472000" cy="480000"/>
          </a:xfrm>
        </p:spPr>
        <p:txBody>
          <a:bodyPr/>
          <a:lstStyle>
            <a:lvl1pPr marL="107997" indent="-107997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7997" indent="-107997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59999" y="1200000"/>
            <a:ext cx="8424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9999" y="2448000"/>
            <a:ext cx="8424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6378000"/>
            <a:ext cx="117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60000" y="6378000"/>
            <a:ext cx="5904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6378000"/>
            <a:ext cx="135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360000" y="63792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7D13DEF6-F7EC-3B21-0A05-2D3F6B8C4D2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51520" y="112589"/>
            <a:ext cx="1132893" cy="8286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8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1994" indent="-71999" algn="l" defTabSz="91437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1990" indent="-71999" algn="l" defTabSz="914378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1985" indent="-71999" algn="l" defTabSz="914378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7979" indent="-71999" algn="l" defTabSz="914378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Intitulé de la direction </a:t>
            </a:r>
            <a:br>
              <a:rPr lang="fr-FR" dirty="0"/>
            </a:br>
            <a:r>
              <a:rPr lang="fr-FR" dirty="0"/>
              <a:t>ou de l’organisme rattaché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429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LA PRÉSENTATION</a:t>
            </a:r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consectetur</a:t>
            </a:r>
            <a:endParaRPr lang="fr-FR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1515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Sommaire</a:t>
            </a:r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Font typeface="+mj-lt"/>
              <a:buAutoNum type="arabicPeriod" startAt="2"/>
            </a:pPr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>
              <a:buAutoNum type="arabicPeriod" startAt="2"/>
            </a:pPr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buFont typeface="+mj-lt"/>
              <a:buAutoNum type="arabicPeriod" startAt="4"/>
            </a:pPr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</p:txBody>
      </p:sp>
      <p:sp>
        <p:nvSpPr>
          <p:cNvPr id="20" name="Espace réservé de la date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12" name="Espace réservé du pied de page 7">
            <a:extLst>
              <a:ext uri="{FF2B5EF4-FFF2-40B4-BE49-F238E27FC236}">
                <a16:creationId xmlns:a16="http://schemas.microsoft.com/office/drawing/2014/main" id="{8C551B17-3CE2-CC4F-A586-04CFE9997017}"/>
              </a:ext>
            </a:extLst>
          </p:cNvPr>
          <p:cNvSpPr txBox="1">
            <a:spLocks/>
          </p:cNvSpPr>
          <p:nvPr/>
        </p:nvSpPr>
        <p:spPr bwMode="gray">
          <a:xfrm>
            <a:off x="360000" y="6378000"/>
            <a:ext cx="5904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Intitulé de la direction ou de l’organisme rattaché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785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de partie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E150A3F-8FB2-4640-8D78-48096FEC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6378000"/>
            <a:ext cx="5904000" cy="480000"/>
          </a:xfrm>
        </p:spPr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</p:spTree>
    <p:extLst>
      <p:ext uri="{BB962C8B-B14F-4D97-AF65-F5344CB8AC3E}">
        <p14:creationId xmlns:p14="http://schemas.microsoft.com/office/powerpoint/2010/main" val="110945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de la page </a:t>
            </a:r>
            <a:br>
              <a:rPr lang="fr-FR" dirty="0"/>
            </a:br>
            <a:r>
              <a:rPr lang="fr-FR" dirty="0"/>
              <a:t>sur 1 ligne ou 2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 </a:t>
            </a:r>
            <a:r>
              <a:rPr lang="fr-FR" dirty="0" err="1"/>
              <a:t>minim</a:t>
            </a:r>
            <a:r>
              <a:rPr lang="fr-FR" dirty="0"/>
              <a:t> </a:t>
            </a:r>
            <a:r>
              <a:rPr lang="fr-FR" dirty="0" err="1"/>
              <a:t>veniam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nostrud</a:t>
            </a:r>
            <a:r>
              <a:rPr lang="fr-FR" dirty="0"/>
              <a:t> </a:t>
            </a:r>
            <a:r>
              <a:rPr lang="fr-FR" dirty="0" err="1"/>
              <a:t>exerci</a:t>
            </a:r>
            <a:r>
              <a:rPr lang="fr-FR" dirty="0"/>
              <a:t> </a:t>
            </a:r>
            <a:r>
              <a:rPr lang="fr-FR" dirty="0" err="1"/>
              <a:t>tation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suscipit</a:t>
            </a:r>
            <a:r>
              <a:rPr lang="fr-FR" dirty="0"/>
              <a:t> </a:t>
            </a:r>
            <a:r>
              <a:rPr lang="fr-FR" dirty="0" err="1"/>
              <a:t>lobortis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 ut </a:t>
            </a:r>
            <a:r>
              <a:rPr lang="fr-FR" dirty="0" err="1"/>
              <a:t>aliquip</a:t>
            </a:r>
            <a:r>
              <a:rPr lang="fr-FR" dirty="0"/>
              <a:t> ex </a:t>
            </a:r>
            <a:r>
              <a:rPr lang="fr-FR" dirty="0" err="1"/>
              <a:t>ea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. Duis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iriure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in </a:t>
            </a:r>
            <a:r>
              <a:rPr lang="fr-FR" dirty="0" err="1"/>
              <a:t>hendrerit</a:t>
            </a:r>
            <a:r>
              <a:rPr lang="fr-FR" dirty="0"/>
              <a:t> in </a:t>
            </a:r>
            <a:r>
              <a:rPr lang="fr-FR" dirty="0" err="1"/>
              <a:t>vulputate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 esse </a:t>
            </a:r>
            <a:r>
              <a:rPr lang="fr-FR" dirty="0" err="1"/>
              <a:t>molestie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,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illum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eu </a:t>
            </a:r>
            <a:r>
              <a:rPr lang="fr-FR" dirty="0" err="1"/>
              <a:t>feugiat</a:t>
            </a:r>
            <a:r>
              <a:rPr lang="fr-FR" dirty="0"/>
              <a:t> </a:t>
            </a:r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at</a:t>
            </a:r>
            <a:r>
              <a:rPr lang="fr-FR" dirty="0"/>
              <a:t> </a:t>
            </a:r>
            <a:r>
              <a:rPr lang="fr-FR" dirty="0" err="1"/>
              <a:t>vero</a:t>
            </a:r>
            <a:r>
              <a:rPr lang="fr-FR" dirty="0"/>
              <a:t> </a:t>
            </a:r>
            <a:r>
              <a:rPr lang="fr-FR" dirty="0" err="1"/>
              <a:t>eros</a:t>
            </a:r>
            <a:r>
              <a:rPr lang="fr-FR" dirty="0"/>
              <a:t> et </a:t>
            </a:r>
            <a:r>
              <a:rPr lang="fr-FR" dirty="0" err="1"/>
              <a:t>accumsan</a:t>
            </a:r>
            <a:r>
              <a:rPr lang="fr-FR" dirty="0"/>
              <a:t> et </a:t>
            </a:r>
            <a:r>
              <a:rPr lang="fr-FR" dirty="0" err="1"/>
              <a:t>iusto</a:t>
            </a:r>
            <a:r>
              <a:rPr lang="fr-FR" dirty="0"/>
              <a:t> </a:t>
            </a:r>
            <a:r>
              <a:rPr lang="fr-FR" dirty="0" err="1"/>
              <a:t>odio</a:t>
            </a:r>
            <a:r>
              <a:rPr lang="fr-FR" dirty="0"/>
              <a:t> </a:t>
            </a:r>
            <a:r>
              <a:rPr lang="fr-FR" dirty="0" err="1"/>
              <a:t>dignissim</a:t>
            </a:r>
            <a:r>
              <a:rPr lang="fr-FR" dirty="0"/>
              <a:t> qui </a:t>
            </a:r>
            <a:r>
              <a:rPr lang="fr-FR" dirty="0" err="1"/>
              <a:t>blandit</a:t>
            </a:r>
            <a:r>
              <a:rPr lang="fr-FR" dirty="0"/>
              <a:t> </a:t>
            </a:r>
            <a:r>
              <a:rPr lang="fr-FR" dirty="0" err="1"/>
              <a:t>praesent</a:t>
            </a:r>
            <a:r>
              <a:rPr lang="fr-FR" dirty="0"/>
              <a:t> </a:t>
            </a:r>
            <a:r>
              <a:rPr lang="fr-FR" dirty="0" err="1"/>
              <a:t>luptatum</a:t>
            </a:r>
            <a:r>
              <a:rPr lang="fr-FR" dirty="0"/>
              <a:t> </a:t>
            </a:r>
            <a:r>
              <a:rPr lang="fr-FR" dirty="0" err="1"/>
              <a:t>zzril</a:t>
            </a:r>
            <a:r>
              <a:rPr lang="fr-FR" dirty="0"/>
              <a:t> </a:t>
            </a:r>
            <a:r>
              <a:rPr lang="fr-FR" dirty="0" err="1"/>
              <a:t>delenit</a:t>
            </a:r>
            <a:r>
              <a:rPr lang="fr-FR" dirty="0"/>
              <a:t> 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 </a:t>
            </a:r>
            <a:r>
              <a:rPr lang="fr-FR" dirty="0" err="1"/>
              <a:t>minim</a:t>
            </a:r>
            <a:r>
              <a:rPr lang="fr-FR" dirty="0"/>
              <a:t> </a:t>
            </a:r>
            <a:r>
              <a:rPr lang="fr-FR" dirty="0" err="1"/>
              <a:t>veniam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nostrud</a:t>
            </a:r>
            <a:r>
              <a:rPr lang="fr-FR" dirty="0"/>
              <a:t> </a:t>
            </a:r>
            <a:r>
              <a:rPr lang="fr-FR" dirty="0" err="1"/>
              <a:t>exerci</a:t>
            </a:r>
            <a:r>
              <a:rPr lang="fr-FR" dirty="0"/>
              <a:t> </a:t>
            </a:r>
            <a:r>
              <a:rPr lang="fr-FR" dirty="0" err="1"/>
              <a:t>tation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suscipit</a:t>
            </a:r>
            <a:r>
              <a:rPr lang="fr-FR" dirty="0"/>
              <a:t> </a:t>
            </a:r>
            <a:r>
              <a:rPr lang="fr-FR" dirty="0" err="1"/>
              <a:t>lobortis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 ut </a:t>
            </a:r>
            <a:r>
              <a:rPr lang="fr-FR" dirty="0" err="1"/>
              <a:t>aliquip</a:t>
            </a:r>
            <a:r>
              <a:rPr lang="fr-FR" dirty="0"/>
              <a:t> ex </a:t>
            </a:r>
            <a:r>
              <a:rPr lang="fr-FR" dirty="0" err="1"/>
              <a:t>ea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. Duis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iriure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in </a:t>
            </a:r>
            <a:r>
              <a:rPr lang="fr-FR" dirty="0" err="1"/>
              <a:t>hendrerit</a:t>
            </a:r>
            <a:r>
              <a:rPr lang="fr-FR" dirty="0"/>
              <a:t> in </a:t>
            </a:r>
            <a:r>
              <a:rPr lang="fr-FR" dirty="0" err="1"/>
              <a:t>vulputate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 esse </a:t>
            </a:r>
            <a:r>
              <a:rPr lang="fr-FR" dirty="0" err="1"/>
              <a:t>molestie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,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illum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eu </a:t>
            </a:r>
            <a:r>
              <a:rPr lang="fr-FR" dirty="0" err="1"/>
              <a:t>feugiat</a:t>
            </a:r>
            <a:r>
              <a:rPr lang="fr-FR" dirty="0"/>
              <a:t> </a:t>
            </a:r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at</a:t>
            </a:r>
            <a:r>
              <a:rPr lang="fr-FR" dirty="0"/>
              <a:t> </a:t>
            </a:r>
            <a:r>
              <a:rPr lang="fr-FR" dirty="0" err="1"/>
              <a:t>vero</a:t>
            </a:r>
            <a:r>
              <a:rPr lang="fr-FR" dirty="0"/>
              <a:t> </a:t>
            </a:r>
            <a:r>
              <a:rPr lang="fr-FR" dirty="0" err="1"/>
              <a:t>eros</a:t>
            </a:r>
            <a:r>
              <a:rPr lang="fr-FR" dirty="0"/>
              <a:t> et </a:t>
            </a:r>
            <a:r>
              <a:rPr lang="fr-FR" dirty="0" err="1"/>
              <a:t>accumsan</a:t>
            </a:r>
            <a:r>
              <a:rPr lang="fr-FR" dirty="0"/>
              <a:t> et </a:t>
            </a:r>
            <a:r>
              <a:rPr lang="fr-FR" dirty="0" err="1"/>
              <a:t>iusto</a:t>
            </a:r>
            <a:r>
              <a:rPr lang="fr-FR" dirty="0"/>
              <a:t> </a:t>
            </a:r>
            <a:r>
              <a:rPr lang="fr-FR" dirty="0" err="1"/>
              <a:t>odio</a:t>
            </a:r>
            <a:r>
              <a:rPr lang="fr-FR" dirty="0"/>
              <a:t> </a:t>
            </a:r>
            <a:r>
              <a:rPr lang="fr-FR" dirty="0" err="1"/>
              <a:t>dignissim</a:t>
            </a:r>
            <a:r>
              <a:rPr lang="fr-FR" dirty="0"/>
              <a:t> qui </a:t>
            </a:r>
            <a:r>
              <a:rPr lang="fr-FR" dirty="0" err="1"/>
              <a:t>blandit</a:t>
            </a:r>
            <a:r>
              <a:rPr lang="fr-FR" dirty="0"/>
              <a:t> </a:t>
            </a:r>
            <a:r>
              <a:rPr lang="fr-FR" dirty="0" err="1"/>
              <a:t>praesent</a:t>
            </a:r>
            <a:r>
              <a:rPr lang="fr-FR" dirty="0"/>
              <a:t> </a:t>
            </a:r>
            <a:r>
              <a:rPr lang="fr-FR" dirty="0" err="1"/>
              <a:t>luptatum</a:t>
            </a:r>
            <a:r>
              <a:rPr lang="fr-FR" dirty="0"/>
              <a:t> </a:t>
            </a:r>
            <a:r>
              <a:rPr lang="fr-FR" dirty="0" err="1"/>
              <a:t>zzril</a:t>
            </a:r>
            <a:r>
              <a:rPr lang="fr-FR" dirty="0"/>
              <a:t> </a:t>
            </a:r>
            <a:r>
              <a:rPr lang="fr-FR" dirty="0" err="1"/>
              <a:t>delenit</a:t>
            </a:r>
            <a:r>
              <a:rPr lang="fr-FR" dirty="0"/>
              <a:t> 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 </a:t>
            </a:r>
            <a:r>
              <a:rPr lang="fr-FR" dirty="0" err="1"/>
              <a:t>minim</a:t>
            </a:r>
            <a:r>
              <a:rPr lang="fr-FR" dirty="0"/>
              <a:t> </a:t>
            </a:r>
            <a:r>
              <a:rPr lang="fr-FR" dirty="0" err="1"/>
              <a:t>veniam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nostrud</a:t>
            </a:r>
            <a:r>
              <a:rPr lang="fr-FR" dirty="0"/>
              <a:t> </a:t>
            </a:r>
            <a:r>
              <a:rPr lang="fr-FR" dirty="0" err="1"/>
              <a:t>exerci</a:t>
            </a:r>
            <a:r>
              <a:rPr lang="fr-FR" dirty="0"/>
              <a:t> </a:t>
            </a:r>
            <a:r>
              <a:rPr lang="fr-FR" dirty="0" err="1"/>
              <a:t>tation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suscipit</a:t>
            </a:r>
            <a:r>
              <a:rPr lang="fr-FR" dirty="0"/>
              <a:t> </a:t>
            </a:r>
            <a:r>
              <a:rPr lang="fr-FR" dirty="0" err="1"/>
              <a:t>lobortis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 ut </a:t>
            </a:r>
            <a:r>
              <a:rPr lang="fr-FR" dirty="0" err="1"/>
              <a:t>aliquip</a:t>
            </a:r>
            <a:r>
              <a:rPr lang="fr-FR" dirty="0"/>
              <a:t> ex </a:t>
            </a:r>
            <a:r>
              <a:rPr lang="fr-FR" dirty="0" err="1"/>
              <a:t>ea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. Duis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iriure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in </a:t>
            </a:r>
            <a:r>
              <a:rPr lang="fr-FR" dirty="0" err="1"/>
              <a:t>hendrerit</a:t>
            </a:r>
            <a:r>
              <a:rPr lang="fr-FR" dirty="0"/>
              <a:t> in </a:t>
            </a:r>
            <a:r>
              <a:rPr lang="fr-FR" dirty="0" err="1"/>
              <a:t>vulputate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 esse </a:t>
            </a:r>
            <a:r>
              <a:rPr lang="fr-FR" dirty="0" err="1"/>
              <a:t>molestie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,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illum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eu </a:t>
            </a:r>
            <a:r>
              <a:rPr lang="fr-FR" dirty="0" err="1"/>
              <a:t>feugiat</a:t>
            </a:r>
            <a:r>
              <a:rPr lang="fr-FR" dirty="0"/>
              <a:t> </a:t>
            </a:r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at</a:t>
            </a:r>
            <a:r>
              <a:rPr lang="fr-FR" dirty="0"/>
              <a:t> </a:t>
            </a:r>
            <a:r>
              <a:rPr lang="fr-FR" dirty="0" err="1"/>
              <a:t>vero</a:t>
            </a:r>
            <a:r>
              <a:rPr lang="fr-FR" dirty="0"/>
              <a:t> </a:t>
            </a:r>
            <a:r>
              <a:rPr lang="fr-FR" dirty="0" err="1"/>
              <a:t>eros</a:t>
            </a:r>
            <a:r>
              <a:rPr lang="fr-FR" dirty="0"/>
              <a:t> et </a:t>
            </a:r>
            <a:r>
              <a:rPr lang="fr-FR" dirty="0" err="1"/>
              <a:t>accumsan</a:t>
            </a:r>
            <a:r>
              <a:rPr lang="fr-FR" dirty="0"/>
              <a:t> et </a:t>
            </a:r>
            <a:r>
              <a:rPr lang="fr-FR" dirty="0" err="1"/>
              <a:t>iusto</a:t>
            </a:r>
            <a:r>
              <a:rPr lang="fr-FR" dirty="0"/>
              <a:t> </a:t>
            </a:r>
            <a:r>
              <a:rPr lang="fr-FR" dirty="0" err="1"/>
              <a:t>odio</a:t>
            </a:r>
            <a:r>
              <a:rPr lang="fr-FR" dirty="0"/>
              <a:t> </a:t>
            </a:r>
            <a:r>
              <a:rPr lang="fr-FR" dirty="0" err="1"/>
              <a:t>dignissim</a:t>
            </a:r>
            <a:r>
              <a:rPr lang="fr-FR" dirty="0"/>
              <a:t> qui </a:t>
            </a:r>
            <a:r>
              <a:rPr lang="fr-FR" dirty="0" err="1"/>
              <a:t>blandit</a:t>
            </a:r>
            <a:r>
              <a:rPr lang="fr-FR" dirty="0"/>
              <a:t> </a:t>
            </a:r>
            <a:r>
              <a:rPr lang="fr-FR" dirty="0" err="1"/>
              <a:t>praesent</a:t>
            </a:r>
            <a:r>
              <a:rPr lang="fr-FR" dirty="0"/>
              <a:t> </a:t>
            </a:r>
            <a:r>
              <a:rPr lang="fr-FR" dirty="0" err="1"/>
              <a:t>luptatum</a:t>
            </a:r>
            <a:r>
              <a:rPr lang="fr-FR" dirty="0"/>
              <a:t> </a:t>
            </a:r>
            <a:r>
              <a:rPr lang="fr-FR" dirty="0" err="1"/>
              <a:t>zzril</a:t>
            </a:r>
            <a:r>
              <a:rPr lang="fr-FR" dirty="0"/>
              <a:t> </a:t>
            </a:r>
            <a:r>
              <a:rPr lang="fr-FR" dirty="0" err="1"/>
              <a:t>delenit</a:t>
            </a:r>
            <a:r>
              <a:rPr lang="fr-FR" dirty="0"/>
              <a:t> 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3" name="Espace réservé du pied de page 7">
            <a:extLst>
              <a:ext uri="{FF2B5EF4-FFF2-40B4-BE49-F238E27FC236}">
                <a16:creationId xmlns:a16="http://schemas.microsoft.com/office/drawing/2014/main" id="{67C1DCDA-857A-B14E-ABEC-CBB521F0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6378000"/>
            <a:ext cx="5904000" cy="480000"/>
          </a:xfrm>
        </p:spPr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</p:spTree>
    <p:extLst>
      <p:ext uri="{BB962C8B-B14F-4D97-AF65-F5344CB8AC3E}">
        <p14:creationId xmlns:p14="http://schemas.microsoft.com/office/powerpoint/2010/main" val="30826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de la page </a:t>
            </a:r>
            <a:br>
              <a:rPr lang="fr-FR" dirty="0"/>
            </a:br>
            <a:r>
              <a:rPr lang="fr-FR" dirty="0"/>
              <a:t>sur 1 ligne ou 2</a:t>
            </a:r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</a:t>
            </a:r>
            <a:r>
              <a:rPr lang="fr-FR" dirty="0" err="1"/>
              <a:t>diamnonummy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9" name="Espace réservé du pied de page 7">
            <a:extLst>
              <a:ext uri="{FF2B5EF4-FFF2-40B4-BE49-F238E27FC236}">
                <a16:creationId xmlns:a16="http://schemas.microsoft.com/office/drawing/2014/main" id="{2CFD984E-7B38-7E41-A165-19C63EC5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6378000"/>
            <a:ext cx="5904000" cy="480000"/>
          </a:xfrm>
        </p:spPr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</p:spTree>
    <p:extLst>
      <p:ext uri="{BB962C8B-B14F-4D97-AF65-F5344CB8AC3E}">
        <p14:creationId xmlns:p14="http://schemas.microsoft.com/office/powerpoint/2010/main" val="252250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641" y="4689140"/>
            <a:ext cx="4386634" cy="6649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auto">
          <a:xfrm>
            <a:off x="7816196" y="4819591"/>
            <a:ext cx="540000" cy="288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95338" fontAlgn="base">
              <a:spcBef>
                <a:spcPct val="0"/>
              </a:spcBef>
              <a:spcAft>
                <a:spcPct val="0"/>
              </a:spcAft>
            </a:pPr>
            <a:r>
              <a:rPr lang="fr-FR" sz="1400" b="1" dirty="0">
                <a:solidFill>
                  <a:schemeClr val="bg2"/>
                </a:solidFill>
                <a:latin typeface="Arial" charset="0"/>
                <a:cs typeface="Arial" charset="0"/>
              </a:rPr>
              <a:t>1 &amp; 2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6772484" y="4873591"/>
            <a:ext cx="288000" cy="18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95338" fontAlgn="base">
              <a:spcBef>
                <a:spcPct val="0"/>
              </a:spcBef>
              <a:spcAft>
                <a:spcPct val="0"/>
              </a:spcAft>
            </a:pPr>
            <a:endParaRPr lang="fr-FR" sz="1400" b="1" dirty="0">
              <a:solidFill>
                <a:schemeClr val="accent3"/>
              </a:solidFill>
              <a:latin typeface="Arial" charset="0"/>
              <a:cs typeface="Arial" charset="0"/>
            </a:endParaRPr>
          </a:p>
        </p:txBody>
      </p:sp>
      <p:cxnSp>
        <p:nvCxnSpPr>
          <p:cNvPr id="16" name="Connecteur droit 15"/>
          <p:cNvCxnSpPr>
            <a:stCxn id="14" idx="1"/>
            <a:endCxn id="15" idx="3"/>
          </p:cNvCxnSpPr>
          <p:nvPr/>
        </p:nvCxnSpPr>
        <p:spPr bwMode="auto">
          <a:xfrm flipH="1">
            <a:off x="7060484" y="4963591"/>
            <a:ext cx="7557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Réduire / Augmenter le niveau de liste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Pour augmenter le niveau de liste :</a:t>
            </a:r>
          </a:p>
          <a:p>
            <a:pPr lvl="2"/>
            <a:r>
              <a:rPr lang="fr-FR" dirty="0"/>
              <a:t>(Ex. : pour passer du texte de niveau 1 au texte de niveau 2 sur la page suivante)</a:t>
            </a:r>
          </a:p>
          <a:p>
            <a:pPr lvl="2"/>
            <a:r>
              <a:rPr lang="fr-FR" dirty="0"/>
              <a:t>Sélectionner le texte de niveau 1 sur la page de texte</a:t>
            </a:r>
          </a:p>
          <a:p>
            <a:pPr lvl="2"/>
            <a:r>
              <a:rPr lang="fr-FR" dirty="0"/>
              <a:t>Menu Accueil / Augmenter le niveau de liste </a:t>
            </a:r>
            <a:r>
              <a:rPr lang="fr-FR" dirty="0">
                <a:solidFill>
                  <a:schemeClr val="bg2"/>
                </a:solidFill>
              </a:rPr>
              <a:t>(2)</a:t>
            </a:r>
          </a:p>
          <a:p>
            <a:pPr lvl="2"/>
            <a:r>
              <a:rPr lang="fr-FR" dirty="0"/>
              <a:t>Cette opération permet de passer au niveau de texte suivant</a:t>
            </a:r>
          </a:p>
          <a:p>
            <a:endParaRPr lang="fr-FR" dirty="0"/>
          </a:p>
          <a:p>
            <a:r>
              <a:rPr lang="fr-FR" dirty="0"/>
              <a:t>Pour réduire le niveau de liste :</a:t>
            </a:r>
          </a:p>
          <a:p>
            <a:pPr lvl="2"/>
            <a:r>
              <a:rPr lang="fr-FR" dirty="0"/>
              <a:t>(Ex. : pour passer du texte niveau 2 au texte niveau 1 sur la page suivante)</a:t>
            </a:r>
          </a:p>
          <a:p>
            <a:pPr lvl="2"/>
            <a:r>
              <a:rPr lang="fr-FR" dirty="0"/>
              <a:t>Sélectionner le texte niveau 2 sur la page de texte</a:t>
            </a:r>
          </a:p>
          <a:p>
            <a:pPr lvl="2"/>
            <a:r>
              <a:rPr lang="fr-FR" dirty="0"/>
              <a:t>Menu Accueil / Réduire le niveau de liste </a:t>
            </a:r>
            <a:r>
              <a:rPr lang="fr-FR" dirty="0">
                <a:solidFill>
                  <a:schemeClr val="bg2"/>
                </a:solidFill>
              </a:rPr>
              <a:t>(1)</a:t>
            </a:r>
          </a:p>
          <a:p>
            <a:pPr lvl="2"/>
            <a:r>
              <a:rPr lang="fr-FR" dirty="0"/>
              <a:t>Cette opération permet de passer au niveau de texte précédent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Titre</a:t>
            </a:r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  <a:endParaRPr lang="fr-FR" dirty="0"/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Titre de partie</a:t>
            </a:r>
          </a:p>
          <a:p>
            <a:pPr lvl="1"/>
            <a:r>
              <a:rPr lang="fr-FR"/>
              <a:t>Sous-titre de partie</a:t>
            </a:r>
            <a:endParaRPr lang="fr-FR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181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Copier / coller les textes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À partir d’une ancienne présentation</a:t>
            </a:r>
          </a:p>
          <a:p>
            <a:pPr lvl="2"/>
            <a:r>
              <a:rPr lang="fr-FR" dirty="0"/>
              <a:t>Sélectionner et copier les textes de votre ancienne présentation</a:t>
            </a:r>
          </a:p>
          <a:p>
            <a:pPr lvl="2"/>
            <a:r>
              <a:rPr lang="fr-FR" dirty="0"/>
              <a:t>Sélectionner la zone texte de la nouvelle présentation</a:t>
            </a:r>
          </a:p>
          <a:p>
            <a:pPr lvl="2"/>
            <a:r>
              <a:rPr lang="fr-FR" dirty="0"/>
              <a:t>Cliquer sur « Accueil / Coller (sélectionner la petite flèche sous l’icône Coller) / Collage spécial »</a:t>
            </a:r>
          </a:p>
          <a:p>
            <a:pPr lvl="2"/>
            <a:r>
              <a:rPr lang="fr-FR" dirty="0"/>
              <a:t>Cocher « Coller », « Texte sans mise en forme »  et « OK »</a:t>
            </a:r>
          </a:p>
          <a:p>
            <a:pPr lvl="2"/>
            <a:r>
              <a:rPr lang="fr-FR" dirty="0"/>
              <a:t>Il faut ensuite appliquer les niveaux de texte à l’aide des outils « Réduire / Augmenter le niveau de liste »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8855463"/>
      </p:ext>
    </p:extLst>
  </p:cSld>
  <p:clrMapOvr>
    <a:masterClrMapping/>
  </p:clrMapOvr>
</p:sld>
</file>

<file path=ppt/theme/theme1.xml><?xml version="1.0" encoding="utf-8"?>
<a:theme xmlns:a="http://schemas.openxmlformats.org/drawingml/2006/main" name="MINISTÈRIEL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inisteriel_marianne" id="{5F0B8B09-9A99-4083-B883-79F2388C6E1D}" vid="{F8005780-5DEF-4BE0-805B-EA49FB1EAB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711CBDF24E87429AD9C0273156F54A" ma:contentTypeVersion="1" ma:contentTypeDescription="Crée un document." ma:contentTypeScope="" ma:versionID="2e7c5aa9ef5d81659d4bf2e92a6f29ee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e407a0f58931eb9b8f607584e4edce49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Date de début de planification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Date de fin de planification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685BB4-A640-4DF1-9494-1343202A868C}"/>
</file>

<file path=customXml/itemProps2.xml><?xml version="1.0" encoding="utf-8"?>
<ds:datastoreItem xmlns:ds="http://schemas.openxmlformats.org/officeDocument/2006/customXml" ds:itemID="{24B279A5-87A2-445D-95C3-916EB9C5F0E3}">
  <ds:schemaRefs>
    <ds:schemaRef ds:uri="http://schemas.microsoft.com/office/2006/metadata/properties"/>
    <ds:schemaRef ds:uri="http://schemas.microsoft.com/office/infopath/2007/PartnerControls"/>
    <ds:schemaRef ds:uri="2c7ddd52-0a06-43b1-a35c-dcb15ea2e3f4"/>
  </ds:schemaRefs>
</ds:datastoreItem>
</file>

<file path=customXml/itemProps3.xml><?xml version="1.0" encoding="utf-8"?>
<ds:datastoreItem xmlns:ds="http://schemas.openxmlformats.org/officeDocument/2006/customXml" ds:itemID="{4D416C5A-7AEB-4464-B116-D5E8F5627C9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MINISTÈRIEL</Template>
  <TotalTime>137</TotalTime>
  <Words>751</Words>
  <Application>Microsoft Macintosh PowerPoint</Application>
  <PresentationFormat>Affichage à l'écran (4:3)</PresentationFormat>
  <Paragraphs>92</Paragraphs>
  <Slides>9</Slides>
  <Notes>0</Notes>
  <HiddenSlides>3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1" baseType="lpstr">
      <vt:lpstr>Arial</vt:lpstr>
      <vt:lpstr>MINISTÈRIEL</vt:lpstr>
      <vt:lpstr>Présentation PowerPoint</vt:lpstr>
      <vt:lpstr>Présentation PowerPoint</vt:lpstr>
      <vt:lpstr>Sommaire</vt:lpstr>
      <vt:lpstr>Titre de partie</vt:lpstr>
      <vt:lpstr>Titre de la page  sur 1 ligne ou 2</vt:lpstr>
      <vt:lpstr>Titre de la page  sur 1 ligne ou 2</vt:lpstr>
      <vt:lpstr>Réduire / Augmenter le niveau de liste</vt:lpstr>
      <vt:lpstr>Titre</vt:lpstr>
      <vt:lpstr>Copier / coller les textes</vt:lpstr>
    </vt:vector>
  </TitlesOfParts>
  <Manager>Client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Microsoft Office User</dc:creator>
  <cp:lastModifiedBy>Microsoft Office User</cp:lastModifiedBy>
  <cp:revision>17</cp:revision>
  <dcterms:created xsi:type="dcterms:W3CDTF">2020-03-05T15:21:24Z</dcterms:created>
  <dcterms:modified xsi:type="dcterms:W3CDTF">2024-09-23T13:08:05Z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0x010100AA711CBDF24E87429AD9C0273156F54A</vt:lpwstr>
  </property>
</Properties>
</file>