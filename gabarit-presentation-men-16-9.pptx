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4"/>
  </p:sldMasterIdLst>
  <p:notesMasterIdLst>
    <p:notesMasterId r:id="rId14"/>
  </p:notesMasterIdLst>
  <p:sldIdLst>
    <p:sldId id="326" r:id="rId5"/>
    <p:sldId id="331" r:id="rId6"/>
    <p:sldId id="327" r:id="rId7"/>
    <p:sldId id="328" r:id="rId8"/>
    <p:sldId id="329" r:id="rId9"/>
    <p:sldId id="330" r:id="rId10"/>
    <p:sldId id="319" r:id="rId11"/>
    <p:sldId id="323" r:id="rId12"/>
    <p:sldId id="324" r:id="rId13"/>
  </p:sldIdLst>
  <p:sldSz cx="9144000" cy="5143500" type="screen16x9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INISTÈRIEL" id="{0B896E98-F45E-4768-8620-EDDF394BE181}">
          <p14:sldIdLst>
            <p14:sldId id="326"/>
            <p14:sldId id="331"/>
            <p14:sldId id="327"/>
            <p14:sldId id="328"/>
            <p14:sldId id="329"/>
            <p14:sldId id="330"/>
          </p14:sldIdLst>
        </p14:section>
        <p14:section name="MÉTHODOLOGIE" id="{EB03BDE6-D677-4574-A7BF-9721F91BDEB8}">
          <p14:sldIdLst>
            <p14:sldId id="319"/>
            <p14:sldId id="323"/>
            <p14:sldId id="32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orient="horz" pos="191">
          <p15:clr>
            <a:srgbClr val="A4A3A4"/>
          </p15:clr>
        </p15:guide>
        <p15:guide id="3" orient="horz" pos="854">
          <p15:clr>
            <a:srgbClr val="A4A3A4"/>
          </p15:clr>
        </p15:guide>
        <p15:guide id="4" orient="horz" pos="821">
          <p15:clr>
            <a:srgbClr val="A4A3A4"/>
          </p15:clr>
        </p15:guide>
        <p15:guide id="5" orient="horz" pos="3049">
          <p15:clr>
            <a:srgbClr val="A4A3A4"/>
          </p15:clr>
        </p15:guide>
        <p15:guide id="6" orient="horz" pos="3151">
          <p15:clr>
            <a:srgbClr val="A4A3A4"/>
          </p15:clr>
        </p15:guide>
        <p15:guide id="7" pos="2880">
          <p15:clr>
            <a:srgbClr val="A4A3A4"/>
          </p15:clr>
        </p15:guide>
        <p15:guide id="8" pos="476">
          <p15:clr>
            <a:srgbClr val="A4A3A4"/>
          </p15:clr>
        </p15:guide>
        <p15:guide id="9" pos="5193">
          <p15:clr>
            <a:srgbClr val="A4A3A4"/>
          </p15:clr>
        </p15:guide>
        <p15:guide id="10" pos="546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1348"/>
    <p:restoredTop sz="94660"/>
  </p:normalViewPr>
  <p:slideViewPr>
    <p:cSldViewPr showGuides="1">
      <p:cViewPr varScale="1">
        <p:scale>
          <a:sx n="146" d="100"/>
          <a:sy n="146" d="100"/>
        </p:scale>
        <p:origin x="176" y="640"/>
      </p:cViewPr>
      <p:guideLst>
        <p:guide orient="horz" pos="1620"/>
        <p:guide orient="horz" pos="191"/>
        <p:guide orient="horz" pos="854"/>
        <p:guide orient="horz" pos="821"/>
        <p:guide orient="horz" pos="3049"/>
        <p:guide orient="horz" pos="3151"/>
        <p:guide pos="2880"/>
        <p:guide pos="476"/>
        <p:guide pos="5193"/>
        <p:guide pos="546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D680E798-53FF-4C51-A981-953463752515}" type="datetimeFigureOut">
              <a:rPr lang="fr-FR" smtClean="0"/>
              <a:pPr/>
              <a:t>23/09/2024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1B06CD8F-B7ED-4A05-9FB1-A01CC0EF02CC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1662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gray">
          <a:xfrm>
            <a:off x="0" y="4963500"/>
            <a:ext cx="180000" cy="18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XX/XX/XXXX</a:t>
            </a:r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gray">
          <a:xfrm>
            <a:off x="720000" y="3919897"/>
            <a:ext cx="3240000" cy="900000"/>
          </a:xfrm>
        </p:spPr>
        <p:txBody>
          <a:bodyPr anchor="b" anchorCtr="0"/>
          <a:lstStyle>
            <a:lvl1pPr>
              <a:defRPr sz="1150"/>
            </a:lvl1pPr>
          </a:lstStyle>
          <a:p>
            <a:r>
              <a:rPr lang="fr-FR" dirty="0"/>
              <a:t>Intitulé de la direction </a:t>
            </a:r>
            <a:br>
              <a:rPr lang="fr-FR" dirty="0"/>
            </a:br>
            <a:r>
              <a:rPr lang="fr-FR" dirty="0"/>
              <a:t>ou de l’organisme rattaché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gray">
          <a:xfrm>
            <a:off x="0" y="4963500"/>
            <a:ext cx="180000" cy="18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10C140CD-8AED-46FF-A9A2-77308F3F39AE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180000" cy="18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 dirty="0"/>
              <a:t>Titre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B9697E0-7309-233A-81E4-3E8D3C648D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0394" y="180000"/>
            <a:ext cx="4536504" cy="3318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610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et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180000" cy="18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fr-FR" dirty="0"/>
              <a:t>Intitulé de la direction ou de l’organisme rattaché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60000" y="2346046"/>
            <a:ext cx="8424000" cy="2077200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3250" b="1" cap="all" baseline="0"/>
            </a:lvl1pPr>
            <a:lvl2pPr marL="0" indent="0">
              <a:spcBef>
                <a:spcPts val="500"/>
              </a:spcBef>
              <a:spcAft>
                <a:spcPts val="0"/>
              </a:spcAft>
              <a:buNone/>
              <a:defRPr sz="1850"/>
            </a:lvl2pPr>
          </a:lstStyle>
          <a:p>
            <a:pPr lvl="0"/>
            <a:r>
              <a:rPr lang="fr-FR" dirty="0"/>
              <a:t>Titre</a:t>
            </a:r>
          </a:p>
          <a:p>
            <a:pPr lvl="1"/>
            <a:r>
              <a:rPr lang="fr-FR" dirty="0"/>
              <a:t>Sous-titre</a:t>
            </a:r>
          </a:p>
        </p:txBody>
      </p:sp>
      <p:cxnSp>
        <p:nvCxnSpPr>
          <p:cNvPr id="12" name="Connecteur droit 11"/>
          <p:cNvCxnSpPr/>
          <p:nvPr userDrawn="1"/>
        </p:nvCxnSpPr>
        <p:spPr bwMode="gray">
          <a:xfrm>
            <a:off x="360000" y="4784400"/>
            <a:ext cx="8424000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53DF5BA0-C66B-70CD-7758-899A86407B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9512" y="123478"/>
            <a:ext cx="2195810" cy="1606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904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359999" y="900000"/>
            <a:ext cx="8424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fr-FR" dirty="0"/>
              <a:t>Intitulé de la direction ou de l’organisme rattaché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59998" y="1891968"/>
            <a:ext cx="2520000" cy="2530800"/>
          </a:xfrm>
        </p:spPr>
        <p:txBody>
          <a:bodyPr/>
          <a:lstStyle>
            <a:lvl1pPr marL="144000" indent="-144000">
              <a:spcBef>
                <a:spcPts val="400"/>
              </a:spcBef>
              <a:spcAft>
                <a:spcPts val="800"/>
              </a:spcAft>
              <a:buFont typeface="+mj-lt"/>
              <a:buAutoNum type="arabicPeriod"/>
              <a:defRPr b="1"/>
            </a:lvl1pPr>
            <a:lvl2pPr marL="324000" indent="-144000">
              <a:spcBef>
                <a:spcPts val="600"/>
              </a:spcBef>
              <a:spcAft>
                <a:spcPts val="800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 dirty="0"/>
              <a:t>Titre de la partie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9" name="Espace réservé du texte 7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3312000" y="1893600"/>
            <a:ext cx="2520000" cy="2530800"/>
          </a:xfrm>
        </p:spPr>
        <p:txBody>
          <a:bodyPr/>
          <a:lstStyle>
            <a:lvl1pPr marL="144000" indent="-144000">
              <a:spcBef>
                <a:spcPts val="400"/>
              </a:spcBef>
              <a:spcAft>
                <a:spcPts val="800"/>
              </a:spcAft>
              <a:buFont typeface="+mj-lt"/>
              <a:buAutoNum type="arabicPeriod"/>
              <a:defRPr b="1"/>
            </a:lvl1pPr>
            <a:lvl2pPr marL="324000" indent="-144000">
              <a:spcBef>
                <a:spcPts val="600"/>
              </a:spcBef>
              <a:spcAft>
                <a:spcPts val="800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 dirty="0"/>
              <a:t>Titre de la partie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10" name="Espace réservé du texte 7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6263999" y="1893600"/>
            <a:ext cx="2520000" cy="2530800"/>
          </a:xfrm>
        </p:spPr>
        <p:txBody>
          <a:bodyPr/>
          <a:lstStyle>
            <a:lvl1pPr marL="144000" indent="-144000">
              <a:spcBef>
                <a:spcPts val="400"/>
              </a:spcBef>
              <a:spcAft>
                <a:spcPts val="800"/>
              </a:spcAft>
              <a:buFont typeface="+mj-lt"/>
              <a:buAutoNum type="arabicPeriod"/>
              <a:defRPr b="1"/>
            </a:lvl1pPr>
            <a:lvl2pPr marL="324000" indent="-144000">
              <a:spcBef>
                <a:spcPts val="600"/>
              </a:spcBef>
              <a:spcAft>
                <a:spcPts val="800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 dirty="0"/>
              <a:t>Titre de la partie</a:t>
            </a:r>
          </a:p>
          <a:p>
            <a:pPr lvl="1"/>
            <a:r>
              <a:rPr lang="fr-FR" dirty="0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1641030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1059582"/>
            <a:ext cx="9144000" cy="4084818"/>
          </a:xfrm>
          <a:solidFill>
            <a:schemeClr val="bg1">
              <a:lumMod val="85000"/>
            </a:schemeClr>
          </a:solidFill>
        </p:spPr>
        <p:txBody>
          <a:bodyPr tIns="1080000" anchor="ctr" anchorCtr="0"/>
          <a:lstStyle>
            <a:lvl1pPr algn="ctr">
              <a:defRPr cap="all" baseline="0"/>
            </a:lvl1pPr>
          </a:lstStyle>
          <a:p>
            <a:r>
              <a:rPr lang="fr-FR" dirty="0"/>
              <a:t>Sélectionner l’icône pour insérer une image, </a:t>
            </a:r>
            <a:br>
              <a:rPr lang="fr-FR" dirty="0"/>
            </a:br>
            <a:r>
              <a:rPr lang="fr-FR" dirty="0"/>
              <a:t>puis disposer l’image en arrière plan </a:t>
            </a:r>
            <a:br>
              <a:rPr lang="fr-FR" dirty="0"/>
            </a:br>
            <a:r>
              <a:rPr lang="fr-FR" dirty="0"/>
              <a:t>(Sélectionner l’image avec le bouton droit de la souris / </a:t>
            </a:r>
            <a:br>
              <a:rPr lang="fr-FR" dirty="0"/>
            </a:br>
            <a:r>
              <a:rPr lang="fr-FR" dirty="0"/>
              <a:t>Mettre à l’arrière plan)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359999" y="738000"/>
            <a:ext cx="8424000" cy="4046400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ln w="10160">
            <a:solidFill>
              <a:schemeClr val="tx1"/>
            </a:solidFill>
          </a:ln>
        </p:spPr>
        <p:txBody>
          <a:bodyPr lIns="0" bIns="360000" anchor="ctr" anchorCtr="0"/>
          <a:lstStyle>
            <a:lvl1pPr marL="396000" indent="-396000">
              <a:buFont typeface="+mj-lt"/>
              <a:buAutoNum type="arabicPeriod"/>
              <a:defRPr sz="3250"/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fr-FR" dirty="0"/>
              <a:t>Intitulé de la direction ou de l’organisme rattaché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08596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textes 3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359999" y="900000"/>
            <a:ext cx="8424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fr-FR" dirty="0"/>
              <a:t>Intitulé de la direction ou de l’organisme rattaché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312000" y="180000"/>
            <a:ext cx="5472000" cy="360000"/>
          </a:xfrm>
        </p:spPr>
        <p:txBody>
          <a:bodyPr/>
          <a:lstStyle>
            <a:lvl1pPr marL="108000" indent="-108000" algn="r">
              <a:spcAft>
                <a:spcPts val="0"/>
              </a:spcAft>
              <a:buFont typeface="+mj-lt"/>
              <a:buAutoNum type="arabicPeriod"/>
              <a:defRPr sz="750" b="1"/>
            </a:lvl1pPr>
            <a:lvl2pPr marL="108000" indent="-108000" algn="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750"/>
            </a:lvl2pPr>
          </a:lstStyle>
          <a:p>
            <a:pPr lvl="0"/>
            <a:r>
              <a:rPr lang="fr-FR" dirty="0"/>
              <a:t>Titre</a:t>
            </a:r>
          </a:p>
          <a:p>
            <a:pPr lvl="1"/>
            <a:r>
              <a:rPr lang="fr-FR" dirty="0"/>
              <a:t>Sous-titre</a:t>
            </a:r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359999" y="1836000"/>
            <a:ext cx="2520000" cy="2574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 dirty="0"/>
              <a:t>Texte de niveau 1</a:t>
            </a:r>
          </a:p>
          <a:p>
            <a:pPr lvl="1"/>
            <a:r>
              <a:rPr lang="fr-FR" dirty="0"/>
              <a:t>Texte de niveau 2</a:t>
            </a:r>
          </a:p>
          <a:p>
            <a:pPr lvl="2"/>
            <a:r>
              <a:rPr lang="fr-FR" dirty="0"/>
              <a:t>Texte de niveau 3</a:t>
            </a:r>
          </a:p>
          <a:p>
            <a:pPr lvl="3"/>
            <a:r>
              <a:rPr lang="fr-FR" dirty="0"/>
              <a:t>Texte de niveau 4</a:t>
            </a:r>
          </a:p>
          <a:p>
            <a:pPr lvl="4"/>
            <a:r>
              <a:rPr lang="fr-FR" dirty="0"/>
              <a:t>Texte de niveau 5</a:t>
            </a:r>
          </a:p>
        </p:txBody>
      </p:sp>
      <p:sp>
        <p:nvSpPr>
          <p:cNvPr id="13" name="Espace réservé du texte 11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3312000" y="1836000"/>
            <a:ext cx="2520000" cy="2574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 dirty="0"/>
              <a:t>Texte de niveau 1</a:t>
            </a:r>
          </a:p>
          <a:p>
            <a:pPr lvl="1"/>
            <a:r>
              <a:rPr lang="fr-FR" dirty="0"/>
              <a:t>Texte de niveau 2</a:t>
            </a:r>
          </a:p>
          <a:p>
            <a:pPr lvl="2"/>
            <a:r>
              <a:rPr lang="fr-FR" dirty="0"/>
              <a:t>Texte de niveau 3</a:t>
            </a:r>
          </a:p>
          <a:p>
            <a:pPr lvl="3"/>
            <a:r>
              <a:rPr lang="fr-FR" dirty="0"/>
              <a:t>Texte de niveau 4</a:t>
            </a:r>
          </a:p>
          <a:p>
            <a:pPr lvl="4"/>
            <a:r>
              <a:rPr lang="fr-FR" dirty="0"/>
              <a:t>Texte de niveau 5</a:t>
            </a:r>
          </a:p>
        </p:txBody>
      </p:sp>
      <p:sp>
        <p:nvSpPr>
          <p:cNvPr id="14" name="Espace réservé du texte 11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6264000" y="1836000"/>
            <a:ext cx="2520000" cy="2574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 dirty="0"/>
              <a:t>Texte de niveau 1</a:t>
            </a:r>
          </a:p>
          <a:p>
            <a:pPr lvl="1"/>
            <a:r>
              <a:rPr lang="fr-FR" dirty="0"/>
              <a:t>Texte de niveau 2</a:t>
            </a:r>
          </a:p>
          <a:p>
            <a:pPr lvl="2"/>
            <a:r>
              <a:rPr lang="fr-FR" dirty="0"/>
              <a:t>Texte de niveau 3</a:t>
            </a:r>
          </a:p>
          <a:p>
            <a:pPr lvl="3"/>
            <a:r>
              <a:rPr lang="fr-FR" dirty="0"/>
              <a:t>Texte de niveau 4</a:t>
            </a:r>
          </a:p>
          <a:p>
            <a:pPr lvl="4"/>
            <a:r>
              <a:rPr lang="fr-FR" dirty="0"/>
              <a:t>Texte de niveau 5</a:t>
            </a:r>
          </a:p>
        </p:txBody>
      </p:sp>
    </p:spTree>
    <p:extLst>
      <p:ext uri="{BB962C8B-B14F-4D97-AF65-F5344CB8AC3E}">
        <p14:creationId xmlns:p14="http://schemas.microsoft.com/office/powerpoint/2010/main" val="3840454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 bwMode="gray">
          <a:xfrm>
            <a:off x="359999" y="900000"/>
            <a:ext cx="8424000" cy="720000"/>
          </a:xfrm>
        </p:spPr>
        <p:txBody>
          <a:bodyPr/>
          <a:lstStyle/>
          <a:p>
            <a:r>
              <a:rPr lang="fr-FR" noProof="0" dirty="0"/>
              <a:t>Titre</a:t>
            </a:r>
            <a:endParaRPr lang="fr-FR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fr-FR" dirty="0"/>
              <a:t>Intitulé de la direction ou de l’organisme rattaché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4" hasCustomPrompt="1"/>
          </p:nvPr>
        </p:nvSpPr>
        <p:spPr bwMode="gray">
          <a:xfrm>
            <a:off x="359998" y="1836000"/>
            <a:ext cx="8424000" cy="2574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 dirty="0"/>
              <a:t>Texte de niveau 1</a:t>
            </a:r>
          </a:p>
          <a:p>
            <a:pPr lvl="1"/>
            <a:r>
              <a:rPr lang="fr-FR" dirty="0"/>
              <a:t>Texte de niveau 2</a:t>
            </a:r>
          </a:p>
          <a:p>
            <a:pPr lvl="2"/>
            <a:r>
              <a:rPr lang="fr-FR" dirty="0"/>
              <a:t>Texte de niveau 3</a:t>
            </a:r>
          </a:p>
          <a:p>
            <a:pPr lvl="3"/>
            <a:r>
              <a:rPr lang="fr-FR" dirty="0"/>
              <a:t>Texte de niveau 4</a:t>
            </a:r>
          </a:p>
          <a:p>
            <a:pPr lvl="4"/>
            <a:r>
              <a:rPr lang="fr-FR" dirty="0"/>
              <a:t>Texte de niveau 5</a:t>
            </a:r>
          </a:p>
        </p:txBody>
      </p:sp>
      <p:sp>
        <p:nvSpPr>
          <p:cNvPr id="15" name="Espace réservé du texte 9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312000" y="180000"/>
            <a:ext cx="5472000" cy="360000"/>
          </a:xfrm>
        </p:spPr>
        <p:txBody>
          <a:bodyPr/>
          <a:lstStyle>
            <a:lvl1pPr marL="108000" indent="-108000" algn="r">
              <a:spcAft>
                <a:spcPts val="0"/>
              </a:spcAft>
              <a:buFont typeface="+mj-lt"/>
              <a:buAutoNum type="arabicPeriod"/>
              <a:defRPr sz="750" b="1"/>
            </a:lvl1pPr>
            <a:lvl2pPr marL="108000" indent="-108000" algn="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750"/>
            </a:lvl2pPr>
          </a:lstStyle>
          <a:p>
            <a:pPr lvl="0"/>
            <a:r>
              <a:rPr lang="fr-FR" dirty="0"/>
              <a:t>Titre</a:t>
            </a:r>
          </a:p>
          <a:p>
            <a:pPr lvl="1"/>
            <a:r>
              <a:rPr lang="fr-FR" dirty="0"/>
              <a:t>Sous-titre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gray">
          <a:xfrm>
            <a:off x="359999" y="900000"/>
            <a:ext cx="8424000" cy="72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 dirty="0"/>
              <a:t>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gray">
          <a:xfrm>
            <a:off x="359999" y="1836000"/>
            <a:ext cx="8424000" cy="2574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 noProof="0" dirty="0"/>
              <a:t>Texte de niveau 1</a:t>
            </a:r>
          </a:p>
          <a:p>
            <a:pPr lvl="1"/>
            <a:r>
              <a:rPr lang="fr-FR" noProof="0" dirty="0"/>
              <a:t>Texte de niveau 2</a:t>
            </a:r>
          </a:p>
          <a:p>
            <a:pPr lvl="2"/>
            <a:r>
              <a:rPr lang="fr-FR" noProof="0" dirty="0"/>
              <a:t>Texte de niveau 3</a:t>
            </a:r>
          </a:p>
          <a:p>
            <a:pPr lvl="3"/>
            <a:r>
              <a:rPr lang="fr-FR" noProof="0" dirty="0"/>
              <a:t>Texte de niveau 4</a:t>
            </a:r>
          </a:p>
          <a:p>
            <a:pPr lvl="4"/>
            <a:r>
              <a:rPr lang="fr-FR" noProof="0" dirty="0"/>
              <a:t>Texte de niveau 5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 bwMode="gray">
          <a:xfrm>
            <a:off x="7614000" y="4783500"/>
            <a:ext cx="117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50" b="1">
                <a:solidFill>
                  <a:schemeClr val="tx1"/>
                </a:solidFill>
              </a:defRPr>
            </a:lvl1pPr>
          </a:lstStyle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360000" y="47835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sz="750" b="1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Intitulé de la direction ou de l’organisme rattaché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6264000" y="4783500"/>
            <a:ext cx="135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750" b="1">
                <a:solidFill>
                  <a:schemeClr val="tx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cxnSp>
        <p:nvCxnSpPr>
          <p:cNvPr id="10" name="Connecteur droit 9"/>
          <p:cNvCxnSpPr/>
          <p:nvPr userDrawn="1"/>
        </p:nvCxnSpPr>
        <p:spPr bwMode="gray">
          <a:xfrm>
            <a:off x="360000" y="4784400"/>
            <a:ext cx="8424000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 7">
            <a:extLst>
              <a:ext uri="{FF2B5EF4-FFF2-40B4-BE49-F238E27FC236}">
                <a16:creationId xmlns:a16="http://schemas.microsoft.com/office/drawing/2014/main" id="{DE28C03F-02C6-BC10-7577-7FCBBD78B505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323528" y="123478"/>
            <a:ext cx="836712" cy="61203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8" r:id="rId1"/>
    <p:sldLayoutId id="2147483812" r:id="rId2"/>
    <p:sldLayoutId id="2147483810" r:id="rId3"/>
    <p:sldLayoutId id="2147483811" r:id="rId4"/>
    <p:sldLayoutId id="2147483809" r:id="rId5"/>
    <p:sldLayoutId id="2147483798" r:id="rId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55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itchFamily="34" charset="0"/>
        <a:buNone/>
        <a:defRPr sz="105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52000" indent="-720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itchFamily="34" charset="0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2pPr>
      <a:lvl3pPr marL="432000" indent="-72000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SzPct val="100000"/>
        <a:buFont typeface="Arial" pitchFamily="34" charset="0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3pPr>
      <a:lvl4pPr marL="612000" indent="-72000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SzPct val="100000"/>
        <a:buFont typeface="Arial" pitchFamily="34" charset="0"/>
        <a:buChar char="•"/>
        <a:defRPr sz="750" kern="1200">
          <a:solidFill>
            <a:schemeClr val="tx1"/>
          </a:solidFill>
          <a:latin typeface="+mn-lt"/>
          <a:ea typeface="+mn-ea"/>
          <a:cs typeface="+mn-cs"/>
        </a:defRPr>
      </a:lvl4pPr>
      <a:lvl5pPr marL="828000" indent="-72000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SzPct val="100000"/>
        <a:buFont typeface="Arial" pitchFamily="34" charset="0"/>
        <a:buChar char="•"/>
        <a:defRPr sz="7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XX/XX/XXXX</a:t>
            </a:r>
            <a:endParaRPr lang="fr-FR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Intitulé de la direction </a:t>
            </a:r>
            <a:br>
              <a:rPr lang="fr-FR" dirty="0"/>
            </a:br>
            <a:r>
              <a:rPr lang="fr-FR" dirty="0"/>
              <a:t>ou de l’organisme rattaché</a:t>
            </a: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140CD-8AED-46FF-A9A2-77308F3F39AE}" type="slidenum">
              <a:rPr lang="fr-FR" smtClean="0"/>
              <a:pPr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24296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/>
              <a:t>TITRE DE LA PRÉSENTATION</a:t>
            </a:r>
          </a:p>
          <a:p>
            <a:pPr lvl="1"/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 </a:t>
            </a:r>
            <a:r>
              <a:rPr lang="fr-FR" dirty="0" err="1"/>
              <a:t>consectetur</a:t>
            </a:r>
            <a:endParaRPr lang="fr-FR" dirty="0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Intitulé de la direction ou de l’organisme rattaché</a:t>
            </a: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81515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Sommaire</a:t>
            </a:r>
            <a:endParaRPr lang="fr-FR" dirty="0"/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/>
              <a:t>Titre de partie</a:t>
            </a:r>
          </a:p>
          <a:p>
            <a:pPr lvl="1"/>
            <a:r>
              <a:rPr lang="fr-FR" dirty="0"/>
              <a:t>Sous-titre de partie</a:t>
            </a:r>
          </a:p>
          <a:p>
            <a:pPr lvl="1"/>
            <a:r>
              <a:rPr lang="fr-FR" dirty="0"/>
              <a:t>Sous-titre de partie</a:t>
            </a:r>
          </a:p>
          <a:p>
            <a:pPr lvl="1"/>
            <a:r>
              <a:rPr lang="fr-FR" dirty="0"/>
              <a:t>Sous-titre de partie</a:t>
            </a:r>
          </a:p>
          <a:p>
            <a:pPr lvl="1"/>
            <a:r>
              <a:rPr lang="fr-FR" dirty="0"/>
              <a:t>Sous-titre de partie</a:t>
            </a:r>
          </a:p>
          <a:p>
            <a:pPr lvl="1"/>
            <a:r>
              <a:rPr lang="fr-FR" dirty="0"/>
              <a:t>Sous-titre de partie</a:t>
            </a:r>
          </a:p>
          <a:p>
            <a:pPr lvl="1"/>
            <a:endParaRPr lang="fr-FR" dirty="0"/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>
              <a:buFont typeface="+mj-lt"/>
              <a:buAutoNum type="arabicPeriod" startAt="2"/>
            </a:pPr>
            <a:r>
              <a:rPr lang="fr-FR" dirty="0"/>
              <a:t>Titre de partie</a:t>
            </a:r>
          </a:p>
          <a:p>
            <a:pPr lvl="1"/>
            <a:r>
              <a:rPr lang="fr-FR" dirty="0"/>
              <a:t>Sous-titre de partie</a:t>
            </a:r>
          </a:p>
          <a:p>
            <a:pPr lvl="1"/>
            <a:r>
              <a:rPr lang="fr-FR" dirty="0"/>
              <a:t>Sous-titre de partie</a:t>
            </a:r>
          </a:p>
          <a:p>
            <a:pPr>
              <a:buAutoNum type="arabicPeriod" startAt="2"/>
            </a:pPr>
            <a:r>
              <a:rPr lang="fr-FR" dirty="0"/>
              <a:t>Titre de partie</a:t>
            </a:r>
          </a:p>
          <a:p>
            <a:pPr lvl="1"/>
            <a:r>
              <a:rPr lang="fr-FR" dirty="0"/>
              <a:t>Sous-titre de partie</a:t>
            </a:r>
          </a:p>
          <a:p>
            <a:pPr lvl="1"/>
            <a:r>
              <a:rPr lang="fr-FR" dirty="0"/>
              <a:t>Sous-titre de partie</a:t>
            </a:r>
          </a:p>
          <a:p>
            <a:pPr lvl="1"/>
            <a:r>
              <a:rPr lang="fr-FR" dirty="0"/>
              <a:t>Sous-titre de partie</a:t>
            </a:r>
          </a:p>
        </p:txBody>
      </p:sp>
      <p:sp>
        <p:nvSpPr>
          <p:cNvPr id="19" name="Espace réservé du texte 18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>
              <a:buFont typeface="+mj-lt"/>
              <a:buAutoNum type="arabicPeriod" startAt="4"/>
            </a:pPr>
            <a:r>
              <a:rPr lang="fr-FR" dirty="0"/>
              <a:t>Titre de partie</a:t>
            </a:r>
          </a:p>
          <a:p>
            <a:pPr lvl="1"/>
            <a:r>
              <a:rPr lang="fr-FR" dirty="0"/>
              <a:t>Sous-titre de partie</a:t>
            </a:r>
          </a:p>
          <a:p>
            <a:pPr lvl="1"/>
            <a:r>
              <a:rPr lang="fr-FR" dirty="0"/>
              <a:t>Sous-titre de partie</a:t>
            </a:r>
          </a:p>
          <a:p>
            <a:pPr lvl="1"/>
            <a:r>
              <a:rPr lang="fr-FR" dirty="0"/>
              <a:t>Sous-titre de partie</a:t>
            </a:r>
          </a:p>
        </p:txBody>
      </p:sp>
      <p:sp>
        <p:nvSpPr>
          <p:cNvPr id="20" name="Espace réservé de la date 1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22" name="Espace réservé du numéro de diapositive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3</a:t>
            </a:fld>
            <a:endParaRPr lang="fr-FR" dirty="0"/>
          </a:p>
        </p:txBody>
      </p:sp>
      <p:sp>
        <p:nvSpPr>
          <p:cNvPr id="9" name="Espace réservé du pied de page 7">
            <a:extLst>
              <a:ext uri="{FF2B5EF4-FFF2-40B4-BE49-F238E27FC236}">
                <a16:creationId xmlns:a16="http://schemas.microsoft.com/office/drawing/2014/main" id="{578EE56C-DC0F-D144-BA58-15C53D946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0000" y="4783500"/>
            <a:ext cx="5904000" cy="360000"/>
          </a:xfrm>
        </p:spPr>
        <p:txBody>
          <a:bodyPr/>
          <a:lstStyle/>
          <a:p>
            <a:r>
              <a:rPr lang="fr-FR" dirty="0"/>
              <a:t>Intitulé de la direction ou de l’organisme rattaché</a:t>
            </a:r>
          </a:p>
        </p:txBody>
      </p:sp>
    </p:spTree>
    <p:extLst>
      <p:ext uri="{BB962C8B-B14F-4D97-AF65-F5344CB8AC3E}">
        <p14:creationId xmlns:p14="http://schemas.microsoft.com/office/powerpoint/2010/main" val="2757853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pour une image  2"/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Titre de partie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11" name="Espace réservé du numéro de diapositive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4</a:t>
            </a:fld>
            <a:endParaRPr lang="fr-FR" dirty="0"/>
          </a:p>
        </p:txBody>
      </p:sp>
      <p:sp>
        <p:nvSpPr>
          <p:cNvPr id="7" name="Espace réservé du pied de page 7">
            <a:extLst>
              <a:ext uri="{FF2B5EF4-FFF2-40B4-BE49-F238E27FC236}">
                <a16:creationId xmlns:a16="http://schemas.microsoft.com/office/drawing/2014/main" id="{0D7F2323-219A-3545-B926-AAC43FD8C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0000" y="4783500"/>
            <a:ext cx="5904000" cy="360000"/>
          </a:xfrm>
        </p:spPr>
        <p:txBody>
          <a:bodyPr/>
          <a:lstStyle/>
          <a:p>
            <a:r>
              <a:rPr lang="fr-FR" dirty="0"/>
              <a:t>Intitulé de la direction ou de l’organisme rattaché</a:t>
            </a:r>
          </a:p>
        </p:txBody>
      </p:sp>
    </p:spTree>
    <p:extLst>
      <p:ext uri="{BB962C8B-B14F-4D97-AF65-F5344CB8AC3E}">
        <p14:creationId xmlns:p14="http://schemas.microsoft.com/office/powerpoint/2010/main" val="1109453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Titre de la page </a:t>
            </a:r>
            <a:br>
              <a:rPr lang="fr-FR" dirty="0"/>
            </a:br>
            <a:r>
              <a:rPr lang="fr-FR" dirty="0"/>
              <a:t>sur 1 ligne ou 2</a:t>
            </a:r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/>
              <a:t>Titre de partie</a:t>
            </a:r>
          </a:p>
          <a:p>
            <a:pPr lvl="1"/>
            <a:r>
              <a:rPr lang="fr-FR" dirty="0"/>
              <a:t>Sous-titre de partie</a:t>
            </a: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consectetuer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, </a:t>
            </a:r>
            <a:r>
              <a:rPr lang="fr-FR" dirty="0" err="1"/>
              <a:t>sed</a:t>
            </a:r>
            <a:r>
              <a:rPr lang="fr-FR" dirty="0"/>
              <a:t> diam </a:t>
            </a:r>
            <a:r>
              <a:rPr lang="fr-FR" dirty="0" err="1"/>
              <a:t>nonummy</a:t>
            </a:r>
            <a:r>
              <a:rPr lang="fr-FR" dirty="0"/>
              <a:t> </a:t>
            </a:r>
            <a:r>
              <a:rPr lang="fr-FR" dirty="0" err="1"/>
              <a:t>nibh</a:t>
            </a:r>
            <a:r>
              <a:rPr lang="fr-FR" dirty="0"/>
              <a:t> </a:t>
            </a:r>
            <a:r>
              <a:rPr lang="fr-FR" dirty="0" err="1"/>
              <a:t>euismod</a:t>
            </a:r>
            <a:r>
              <a:rPr lang="fr-FR" dirty="0"/>
              <a:t> </a:t>
            </a:r>
            <a:r>
              <a:rPr lang="fr-FR" dirty="0" err="1"/>
              <a:t>tincidunt</a:t>
            </a:r>
            <a:r>
              <a:rPr lang="fr-FR" dirty="0"/>
              <a:t> ut </a:t>
            </a:r>
            <a:r>
              <a:rPr lang="fr-FR" dirty="0" err="1"/>
              <a:t>laoreet</a:t>
            </a:r>
            <a:r>
              <a:rPr lang="fr-FR" dirty="0"/>
              <a:t> </a:t>
            </a:r>
            <a:r>
              <a:rPr lang="fr-FR" dirty="0" err="1"/>
              <a:t>dolore</a:t>
            </a:r>
            <a:r>
              <a:rPr lang="fr-FR" dirty="0"/>
              <a:t> magna </a:t>
            </a:r>
            <a:r>
              <a:rPr lang="fr-FR" dirty="0" err="1"/>
              <a:t>aliquam</a:t>
            </a:r>
            <a:r>
              <a:rPr lang="fr-FR" dirty="0"/>
              <a:t> erat </a:t>
            </a:r>
            <a:r>
              <a:rPr lang="fr-FR" dirty="0" err="1"/>
              <a:t>volutpat</a:t>
            </a:r>
            <a:r>
              <a:rPr lang="fr-FR" dirty="0"/>
              <a:t>. Ut </a:t>
            </a:r>
            <a:r>
              <a:rPr lang="fr-FR" dirty="0" err="1"/>
              <a:t>wisi</a:t>
            </a:r>
            <a:r>
              <a:rPr lang="fr-FR" dirty="0"/>
              <a:t> </a:t>
            </a:r>
            <a:r>
              <a:rPr lang="fr-FR" dirty="0" err="1"/>
              <a:t>enim</a:t>
            </a:r>
            <a:r>
              <a:rPr lang="fr-FR" dirty="0"/>
              <a:t> ad </a:t>
            </a:r>
            <a:r>
              <a:rPr lang="fr-FR" dirty="0" err="1"/>
              <a:t>minim</a:t>
            </a:r>
            <a:r>
              <a:rPr lang="fr-FR" dirty="0"/>
              <a:t> </a:t>
            </a:r>
            <a:r>
              <a:rPr lang="fr-FR" dirty="0" err="1"/>
              <a:t>veniam</a:t>
            </a:r>
            <a:r>
              <a:rPr lang="fr-FR" dirty="0"/>
              <a:t>, </a:t>
            </a:r>
            <a:r>
              <a:rPr lang="fr-FR" dirty="0" err="1"/>
              <a:t>quis</a:t>
            </a:r>
            <a:r>
              <a:rPr lang="fr-FR" dirty="0"/>
              <a:t> </a:t>
            </a:r>
            <a:r>
              <a:rPr lang="fr-FR" dirty="0" err="1"/>
              <a:t>nostrud</a:t>
            </a:r>
            <a:r>
              <a:rPr lang="fr-FR" dirty="0"/>
              <a:t> </a:t>
            </a:r>
            <a:r>
              <a:rPr lang="fr-FR" dirty="0" err="1"/>
              <a:t>exerci</a:t>
            </a:r>
            <a:r>
              <a:rPr lang="fr-FR" dirty="0"/>
              <a:t> </a:t>
            </a:r>
            <a:r>
              <a:rPr lang="fr-FR" dirty="0" err="1"/>
              <a:t>tation</a:t>
            </a:r>
            <a:r>
              <a:rPr lang="fr-FR" dirty="0"/>
              <a:t> </a:t>
            </a:r>
            <a:r>
              <a:rPr lang="fr-FR" dirty="0" err="1"/>
              <a:t>ullamcorper</a:t>
            </a:r>
            <a:r>
              <a:rPr lang="fr-FR" dirty="0"/>
              <a:t> </a:t>
            </a:r>
            <a:r>
              <a:rPr lang="fr-FR" dirty="0" err="1"/>
              <a:t>suscipit</a:t>
            </a:r>
            <a:r>
              <a:rPr lang="fr-FR" dirty="0"/>
              <a:t> </a:t>
            </a:r>
            <a:r>
              <a:rPr lang="fr-FR" dirty="0" err="1"/>
              <a:t>lobortis</a:t>
            </a:r>
            <a:r>
              <a:rPr lang="fr-FR" dirty="0"/>
              <a:t> </a:t>
            </a:r>
            <a:r>
              <a:rPr lang="fr-FR" dirty="0" err="1"/>
              <a:t>nisl</a:t>
            </a:r>
            <a:r>
              <a:rPr lang="fr-FR" dirty="0"/>
              <a:t> ut </a:t>
            </a:r>
            <a:r>
              <a:rPr lang="fr-FR" dirty="0" err="1"/>
              <a:t>aliquip</a:t>
            </a:r>
            <a:r>
              <a:rPr lang="fr-FR" dirty="0"/>
              <a:t> ex </a:t>
            </a:r>
            <a:r>
              <a:rPr lang="fr-FR" dirty="0" err="1"/>
              <a:t>ea</a:t>
            </a:r>
            <a:r>
              <a:rPr lang="fr-FR" dirty="0"/>
              <a:t> </a:t>
            </a:r>
            <a:r>
              <a:rPr lang="fr-FR" dirty="0" err="1"/>
              <a:t>commodo</a:t>
            </a:r>
            <a:r>
              <a:rPr lang="fr-FR" dirty="0"/>
              <a:t> </a:t>
            </a:r>
            <a:r>
              <a:rPr lang="fr-FR" dirty="0" err="1"/>
              <a:t>consequat</a:t>
            </a:r>
            <a:r>
              <a:rPr lang="fr-FR" dirty="0"/>
              <a:t>. Duis </a:t>
            </a:r>
            <a:r>
              <a:rPr lang="fr-FR" dirty="0" err="1"/>
              <a:t>autem</a:t>
            </a:r>
            <a:r>
              <a:rPr lang="fr-FR" dirty="0"/>
              <a:t> </a:t>
            </a:r>
            <a:r>
              <a:rPr lang="fr-FR" dirty="0" err="1"/>
              <a:t>vel</a:t>
            </a:r>
            <a:r>
              <a:rPr lang="fr-FR" dirty="0"/>
              <a:t> </a:t>
            </a:r>
            <a:r>
              <a:rPr lang="fr-FR" dirty="0" err="1"/>
              <a:t>eum</a:t>
            </a:r>
            <a:r>
              <a:rPr lang="fr-FR" dirty="0"/>
              <a:t> </a:t>
            </a:r>
            <a:r>
              <a:rPr lang="fr-FR" dirty="0" err="1"/>
              <a:t>iriure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in </a:t>
            </a:r>
            <a:r>
              <a:rPr lang="fr-FR" dirty="0" err="1"/>
              <a:t>hendrerit</a:t>
            </a:r>
            <a:r>
              <a:rPr lang="fr-FR" dirty="0"/>
              <a:t> in </a:t>
            </a:r>
            <a:r>
              <a:rPr lang="fr-FR" dirty="0" err="1"/>
              <a:t>vulputate</a:t>
            </a:r>
            <a:r>
              <a:rPr lang="fr-FR" dirty="0"/>
              <a:t> </a:t>
            </a:r>
            <a:r>
              <a:rPr lang="fr-FR" dirty="0" err="1"/>
              <a:t>velit</a:t>
            </a:r>
            <a:r>
              <a:rPr lang="fr-FR" dirty="0"/>
              <a:t> esse </a:t>
            </a:r>
            <a:r>
              <a:rPr lang="fr-FR" dirty="0" err="1"/>
              <a:t>molestie</a:t>
            </a:r>
            <a:r>
              <a:rPr lang="fr-FR" dirty="0"/>
              <a:t> </a:t>
            </a:r>
            <a:r>
              <a:rPr lang="fr-FR" dirty="0" err="1"/>
              <a:t>consequat</a:t>
            </a:r>
            <a:r>
              <a:rPr lang="fr-FR" dirty="0"/>
              <a:t>, </a:t>
            </a:r>
            <a:r>
              <a:rPr lang="fr-FR" dirty="0" err="1"/>
              <a:t>vel</a:t>
            </a:r>
            <a:r>
              <a:rPr lang="fr-FR" dirty="0"/>
              <a:t> </a:t>
            </a:r>
            <a:r>
              <a:rPr lang="fr-FR" dirty="0" err="1"/>
              <a:t>illum</a:t>
            </a:r>
            <a:r>
              <a:rPr lang="fr-FR" dirty="0"/>
              <a:t> </a:t>
            </a:r>
            <a:r>
              <a:rPr lang="fr-FR" dirty="0" err="1"/>
              <a:t>dolore</a:t>
            </a:r>
            <a:r>
              <a:rPr lang="fr-FR" dirty="0"/>
              <a:t> eu </a:t>
            </a:r>
            <a:r>
              <a:rPr lang="fr-FR" dirty="0" err="1"/>
              <a:t>feugiat</a:t>
            </a:r>
            <a:r>
              <a:rPr lang="fr-FR" dirty="0"/>
              <a:t> </a:t>
            </a:r>
            <a:r>
              <a:rPr lang="fr-FR" dirty="0" err="1"/>
              <a:t>nulla</a:t>
            </a:r>
            <a:r>
              <a:rPr lang="fr-FR" dirty="0"/>
              <a:t> </a:t>
            </a:r>
            <a:r>
              <a:rPr lang="fr-FR" dirty="0" err="1"/>
              <a:t>facilisis</a:t>
            </a:r>
            <a:r>
              <a:rPr lang="fr-FR" dirty="0"/>
              <a:t> </a:t>
            </a:r>
            <a:r>
              <a:rPr lang="fr-FR" dirty="0" err="1"/>
              <a:t>at</a:t>
            </a:r>
            <a:r>
              <a:rPr lang="fr-FR" dirty="0"/>
              <a:t> </a:t>
            </a:r>
            <a:r>
              <a:rPr lang="fr-FR" dirty="0" err="1"/>
              <a:t>vero</a:t>
            </a:r>
            <a:r>
              <a:rPr lang="fr-FR" dirty="0"/>
              <a:t> </a:t>
            </a:r>
            <a:r>
              <a:rPr lang="fr-FR" dirty="0" err="1"/>
              <a:t>eros</a:t>
            </a:r>
            <a:r>
              <a:rPr lang="fr-FR" dirty="0"/>
              <a:t> et </a:t>
            </a:r>
            <a:r>
              <a:rPr lang="fr-FR" dirty="0" err="1"/>
              <a:t>accumsan</a:t>
            </a:r>
            <a:r>
              <a:rPr lang="fr-FR" dirty="0"/>
              <a:t> et </a:t>
            </a:r>
            <a:r>
              <a:rPr lang="fr-FR" dirty="0" err="1"/>
              <a:t>iusto</a:t>
            </a:r>
            <a:r>
              <a:rPr lang="fr-FR" dirty="0"/>
              <a:t> </a:t>
            </a:r>
            <a:r>
              <a:rPr lang="fr-FR" dirty="0" err="1"/>
              <a:t>odio</a:t>
            </a:r>
            <a:r>
              <a:rPr lang="fr-FR" dirty="0"/>
              <a:t> </a:t>
            </a:r>
            <a:r>
              <a:rPr lang="fr-FR" dirty="0" err="1"/>
              <a:t>dignissim</a:t>
            </a:r>
            <a:r>
              <a:rPr lang="fr-FR" dirty="0"/>
              <a:t> qui </a:t>
            </a:r>
            <a:r>
              <a:rPr lang="fr-FR" dirty="0" err="1"/>
              <a:t>blandit</a:t>
            </a:r>
            <a:r>
              <a:rPr lang="fr-FR" dirty="0"/>
              <a:t> </a:t>
            </a:r>
            <a:r>
              <a:rPr lang="fr-FR" dirty="0" err="1"/>
              <a:t>praesent</a:t>
            </a:r>
            <a:r>
              <a:rPr lang="fr-FR" dirty="0"/>
              <a:t> </a:t>
            </a:r>
            <a:r>
              <a:rPr lang="fr-FR" dirty="0" err="1"/>
              <a:t>luptatum</a:t>
            </a:r>
            <a:r>
              <a:rPr lang="fr-FR" dirty="0"/>
              <a:t> </a:t>
            </a:r>
            <a:r>
              <a:rPr lang="fr-FR" dirty="0" err="1"/>
              <a:t>zzril</a:t>
            </a:r>
            <a:r>
              <a:rPr lang="fr-FR" dirty="0"/>
              <a:t> </a:t>
            </a:r>
            <a:r>
              <a:rPr lang="fr-FR" dirty="0" err="1"/>
              <a:t>delenit</a:t>
            </a:r>
            <a:r>
              <a:rPr lang="fr-FR" dirty="0"/>
              <a:t> </a:t>
            </a:r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consectetuer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, </a:t>
            </a:r>
            <a:r>
              <a:rPr lang="fr-FR" dirty="0" err="1"/>
              <a:t>sed</a:t>
            </a:r>
            <a:r>
              <a:rPr lang="fr-FR" dirty="0"/>
              <a:t> diam </a:t>
            </a:r>
            <a:r>
              <a:rPr lang="fr-FR" dirty="0" err="1"/>
              <a:t>nonummy</a:t>
            </a:r>
            <a:r>
              <a:rPr lang="fr-FR" dirty="0"/>
              <a:t> </a:t>
            </a:r>
            <a:r>
              <a:rPr lang="fr-FR" dirty="0" err="1"/>
              <a:t>nibh</a:t>
            </a:r>
            <a:r>
              <a:rPr lang="fr-FR" dirty="0"/>
              <a:t> </a:t>
            </a:r>
            <a:r>
              <a:rPr lang="fr-FR" dirty="0" err="1"/>
              <a:t>euismod</a:t>
            </a:r>
            <a:r>
              <a:rPr lang="fr-FR" dirty="0"/>
              <a:t> </a:t>
            </a:r>
            <a:r>
              <a:rPr lang="fr-FR" dirty="0" err="1"/>
              <a:t>tincidunt</a:t>
            </a:r>
            <a:r>
              <a:rPr lang="fr-FR" dirty="0"/>
              <a:t> ut </a:t>
            </a:r>
            <a:r>
              <a:rPr lang="fr-FR" dirty="0" err="1"/>
              <a:t>laoreet</a:t>
            </a:r>
            <a:r>
              <a:rPr lang="fr-FR" dirty="0"/>
              <a:t> </a:t>
            </a:r>
            <a:r>
              <a:rPr lang="fr-FR" dirty="0" err="1"/>
              <a:t>dolore</a:t>
            </a:r>
            <a:r>
              <a:rPr lang="fr-FR" dirty="0"/>
              <a:t> magna </a:t>
            </a:r>
            <a:r>
              <a:rPr lang="fr-FR" dirty="0" err="1"/>
              <a:t>aliquam</a:t>
            </a:r>
            <a:r>
              <a:rPr lang="fr-FR" dirty="0"/>
              <a:t> erat </a:t>
            </a:r>
            <a:r>
              <a:rPr lang="fr-FR" dirty="0" err="1"/>
              <a:t>volutpat</a:t>
            </a:r>
            <a:r>
              <a:rPr lang="fr-FR" dirty="0"/>
              <a:t>. Ut </a:t>
            </a:r>
            <a:r>
              <a:rPr lang="fr-FR" dirty="0" err="1"/>
              <a:t>wisi</a:t>
            </a:r>
            <a:r>
              <a:rPr lang="fr-FR" dirty="0"/>
              <a:t> </a:t>
            </a:r>
            <a:r>
              <a:rPr lang="fr-FR" dirty="0" err="1"/>
              <a:t>enim</a:t>
            </a:r>
            <a:r>
              <a:rPr lang="fr-FR" dirty="0"/>
              <a:t> ad </a:t>
            </a:r>
            <a:r>
              <a:rPr lang="fr-FR" dirty="0" err="1"/>
              <a:t>minim</a:t>
            </a:r>
            <a:r>
              <a:rPr lang="fr-FR" dirty="0"/>
              <a:t> </a:t>
            </a:r>
            <a:r>
              <a:rPr lang="fr-FR" dirty="0" err="1"/>
              <a:t>veniam</a:t>
            </a:r>
            <a:r>
              <a:rPr lang="fr-FR" dirty="0"/>
              <a:t>, </a:t>
            </a:r>
            <a:r>
              <a:rPr lang="fr-FR" dirty="0" err="1"/>
              <a:t>quis</a:t>
            </a:r>
            <a:r>
              <a:rPr lang="fr-FR" dirty="0"/>
              <a:t> </a:t>
            </a:r>
            <a:r>
              <a:rPr lang="fr-FR" dirty="0" err="1"/>
              <a:t>nostrud</a:t>
            </a:r>
            <a:r>
              <a:rPr lang="fr-FR" dirty="0"/>
              <a:t> </a:t>
            </a:r>
            <a:r>
              <a:rPr lang="fr-FR" dirty="0" err="1"/>
              <a:t>exerci</a:t>
            </a:r>
            <a:r>
              <a:rPr lang="fr-FR" dirty="0"/>
              <a:t> </a:t>
            </a:r>
            <a:r>
              <a:rPr lang="fr-FR" dirty="0" err="1"/>
              <a:t>tation</a:t>
            </a:r>
            <a:r>
              <a:rPr lang="fr-FR" dirty="0"/>
              <a:t> </a:t>
            </a:r>
            <a:r>
              <a:rPr lang="fr-FR" dirty="0" err="1"/>
              <a:t>ullamcorper</a:t>
            </a:r>
            <a:r>
              <a:rPr lang="fr-FR" dirty="0"/>
              <a:t> </a:t>
            </a:r>
            <a:r>
              <a:rPr lang="fr-FR" dirty="0" err="1"/>
              <a:t>suscipit</a:t>
            </a:r>
            <a:r>
              <a:rPr lang="fr-FR" dirty="0"/>
              <a:t> </a:t>
            </a:r>
            <a:r>
              <a:rPr lang="fr-FR" dirty="0" err="1"/>
              <a:t>lobortis</a:t>
            </a:r>
            <a:r>
              <a:rPr lang="fr-FR" dirty="0"/>
              <a:t> </a:t>
            </a:r>
            <a:r>
              <a:rPr lang="fr-FR" dirty="0" err="1"/>
              <a:t>nisl</a:t>
            </a:r>
            <a:r>
              <a:rPr lang="fr-FR" dirty="0"/>
              <a:t> ut </a:t>
            </a:r>
            <a:r>
              <a:rPr lang="fr-FR" dirty="0" err="1"/>
              <a:t>aliquip</a:t>
            </a:r>
            <a:r>
              <a:rPr lang="fr-FR" dirty="0"/>
              <a:t> ex </a:t>
            </a:r>
            <a:r>
              <a:rPr lang="fr-FR" dirty="0" err="1"/>
              <a:t>ea</a:t>
            </a:r>
            <a:r>
              <a:rPr lang="fr-FR" dirty="0"/>
              <a:t> </a:t>
            </a:r>
            <a:r>
              <a:rPr lang="fr-FR" dirty="0" err="1"/>
              <a:t>commodo</a:t>
            </a:r>
            <a:r>
              <a:rPr lang="fr-FR" dirty="0"/>
              <a:t> </a:t>
            </a:r>
            <a:r>
              <a:rPr lang="fr-FR" dirty="0" err="1"/>
              <a:t>consequat</a:t>
            </a:r>
            <a:r>
              <a:rPr lang="fr-FR" dirty="0"/>
              <a:t>. Duis </a:t>
            </a:r>
            <a:r>
              <a:rPr lang="fr-FR" dirty="0" err="1"/>
              <a:t>autem</a:t>
            </a:r>
            <a:r>
              <a:rPr lang="fr-FR" dirty="0"/>
              <a:t> </a:t>
            </a:r>
            <a:r>
              <a:rPr lang="fr-FR" dirty="0" err="1"/>
              <a:t>vel</a:t>
            </a:r>
            <a:r>
              <a:rPr lang="fr-FR" dirty="0"/>
              <a:t> </a:t>
            </a:r>
            <a:r>
              <a:rPr lang="fr-FR" dirty="0" err="1"/>
              <a:t>eum</a:t>
            </a:r>
            <a:r>
              <a:rPr lang="fr-FR" dirty="0"/>
              <a:t> </a:t>
            </a:r>
            <a:r>
              <a:rPr lang="fr-FR" dirty="0" err="1"/>
              <a:t>iriure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in </a:t>
            </a:r>
            <a:r>
              <a:rPr lang="fr-FR" dirty="0" err="1"/>
              <a:t>hendrerit</a:t>
            </a:r>
            <a:r>
              <a:rPr lang="fr-FR" dirty="0"/>
              <a:t> in </a:t>
            </a:r>
            <a:r>
              <a:rPr lang="fr-FR" dirty="0" err="1"/>
              <a:t>vulputate</a:t>
            </a:r>
            <a:r>
              <a:rPr lang="fr-FR" dirty="0"/>
              <a:t> </a:t>
            </a:r>
            <a:r>
              <a:rPr lang="fr-FR" dirty="0" err="1"/>
              <a:t>velit</a:t>
            </a:r>
            <a:r>
              <a:rPr lang="fr-FR" dirty="0"/>
              <a:t> esse </a:t>
            </a:r>
            <a:r>
              <a:rPr lang="fr-FR" dirty="0" err="1"/>
              <a:t>molestie</a:t>
            </a:r>
            <a:r>
              <a:rPr lang="fr-FR" dirty="0"/>
              <a:t> </a:t>
            </a:r>
            <a:r>
              <a:rPr lang="fr-FR" dirty="0" err="1"/>
              <a:t>consequat</a:t>
            </a:r>
            <a:r>
              <a:rPr lang="fr-FR" dirty="0"/>
              <a:t>, </a:t>
            </a:r>
            <a:r>
              <a:rPr lang="fr-FR" dirty="0" err="1"/>
              <a:t>vel</a:t>
            </a:r>
            <a:r>
              <a:rPr lang="fr-FR" dirty="0"/>
              <a:t> </a:t>
            </a:r>
            <a:r>
              <a:rPr lang="fr-FR" dirty="0" err="1"/>
              <a:t>illum</a:t>
            </a:r>
            <a:r>
              <a:rPr lang="fr-FR" dirty="0"/>
              <a:t> </a:t>
            </a:r>
            <a:r>
              <a:rPr lang="fr-FR" dirty="0" err="1"/>
              <a:t>dolore</a:t>
            </a:r>
            <a:r>
              <a:rPr lang="fr-FR" dirty="0"/>
              <a:t> eu </a:t>
            </a:r>
            <a:r>
              <a:rPr lang="fr-FR" dirty="0" err="1"/>
              <a:t>feugiat</a:t>
            </a:r>
            <a:r>
              <a:rPr lang="fr-FR" dirty="0"/>
              <a:t> </a:t>
            </a:r>
            <a:r>
              <a:rPr lang="fr-FR" dirty="0" err="1"/>
              <a:t>nulla</a:t>
            </a:r>
            <a:r>
              <a:rPr lang="fr-FR" dirty="0"/>
              <a:t> </a:t>
            </a:r>
            <a:r>
              <a:rPr lang="fr-FR" dirty="0" err="1"/>
              <a:t>facilisis</a:t>
            </a:r>
            <a:r>
              <a:rPr lang="fr-FR" dirty="0"/>
              <a:t> </a:t>
            </a:r>
            <a:r>
              <a:rPr lang="fr-FR" dirty="0" err="1"/>
              <a:t>at</a:t>
            </a:r>
            <a:r>
              <a:rPr lang="fr-FR" dirty="0"/>
              <a:t> </a:t>
            </a:r>
            <a:r>
              <a:rPr lang="fr-FR" dirty="0" err="1"/>
              <a:t>vero</a:t>
            </a:r>
            <a:r>
              <a:rPr lang="fr-FR" dirty="0"/>
              <a:t> </a:t>
            </a:r>
            <a:r>
              <a:rPr lang="fr-FR" dirty="0" err="1"/>
              <a:t>eros</a:t>
            </a:r>
            <a:r>
              <a:rPr lang="fr-FR" dirty="0"/>
              <a:t> et </a:t>
            </a:r>
            <a:r>
              <a:rPr lang="fr-FR" dirty="0" err="1"/>
              <a:t>accumsan</a:t>
            </a:r>
            <a:r>
              <a:rPr lang="fr-FR" dirty="0"/>
              <a:t> et </a:t>
            </a:r>
            <a:r>
              <a:rPr lang="fr-FR" dirty="0" err="1"/>
              <a:t>iusto</a:t>
            </a:r>
            <a:r>
              <a:rPr lang="fr-FR" dirty="0"/>
              <a:t> </a:t>
            </a:r>
            <a:r>
              <a:rPr lang="fr-FR" dirty="0" err="1"/>
              <a:t>odio</a:t>
            </a:r>
            <a:r>
              <a:rPr lang="fr-FR" dirty="0"/>
              <a:t> </a:t>
            </a:r>
            <a:r>
              <a:rPr lang="fr-FR" dirty="0" err="1"/>
              <a:t>dignissim</a:t>
            </a:r>
            <a:r>
              <a:rPr lang="fr-FR" dirty="0"/>
              <a:t> qui </a:t>
            </a:r>
            <a:r>
              <a:rPr lang="fr-FR" dirty="0" err="1"/>
              <a:t>blandit</a:t>
            </a:r>
            <a:r>
              <a:rPr lang="fr-FR" dirty="0"/>
              <a:t> </a:t>
            </a:r>
            <a:r>
              <a:rPr lang="fr-FR" dirty="0" err="1"/>
              <a:t>praesent</a:t>
            </a:r>
            <a:r>
              <a:rPr lang="fr-FR" dirty="0"/>
              <a:t> </a:t>
            </a:r>
            <a:r>
              <a:rPr lang="fr-FR" dirty="0" err="1"/>
              <a:t>luptatum</a:t>
            </a:r>
            <a:r>
              <a:rPr lang="fr-FR" dirty="0"/>
              <a:t> </a:t>
            </a:r>
            <a:r>
              <a:rPr lang="fr-FR" dirty="0" err="1"/>
              <a:t>zzril</a:t>
            </a:r>
            <a:r>
              <a:rPr lang="fr-FR" dirty="0"/>
              <a:t> </a:t>
            </a:r>
            <a:r>
              <a:rPr lang="fr-FR" dirty="0" err="1"/>
              <a:t>delenit</a:t>
            </a:r>
            <a:r>
              <a:rPr lang="fr-FR" dirty="0"/>
              <a:t> </a:t>
            </a:r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consectetuer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, </a:t>
            </a:r>
            <a:r>
              <a:rPr lang="fr-FR" dirty="0" err="1"/>
              <a:t>sed</a:t>
            </a:r>
            <a:r>
              <a:rPr lang="fr-FR" dirty="0"/>
              <a:t> diam </a:t>
            </a:r>
            <a:r>
              <a:rPr lang="fr-FR" dirty="0" err="1"/>
              <a:t>nonummy</a:t>
            </a:r>
            <a:r>
              <a:rPr lang="fr-FR" dirty="0"/>
              <a:t> </a:t>
            </a:r>
            <a:r>
              <a:rPr lang="fr-FR" dirty="0" err="1"/>
              <a:t>nibh</a:t>
            </a:r>
            <a:r>
              <a:rPr lang="fr-FR" dirty="0"/>
              <a:t> </a:t>
            </a:r>
            <a:r>
              <a:rPr lang="fr-FR" dirty="0" err="1"/>
              <a:t>euismod</a:t>
            </a:r>
            <a:r>
              <a:rPr lang="fr-FR" dirty="0"/>
              <a:t> </a:t>
            </a:r>
            <a:r>
              <a:rPr lang="fr-FR" dirty="0" err="1"/>
              <a:t>tincidunt</a:t>
            </a:r>
            <a:r>
              <a:rPr lang="fr-FR" dirty="0"/>
              <a:t> ut </a:t>
            </a:r>
            <a:r>
              <a:rPr lang="fr-FR" dirty="0" err="1"/>
              <a:t>laoreet</a:t>
            </a:r>
            <a:r>
              <a:rPr lang="fr-FR" dirty="0"/>
              <a:t> </a:t>
            </a:r>
            <a:r>
              <a:rPr lang="fr-FR" dirty="0" err="1"/>
              <a:t>dolore</a:t>
            </a:r>
            <a:r>
              <a:rPr lang="fr-FR" dirty="0"/>
              <a:t> magna </a:t>
            </a:r>
            <a:r>
              <a:rPr lang="fr-FR" dirty="0" err="1"/>
              <a:t>aliquam</a:t>
            </a:r>
            <a:r>
              <a:rPr lang="fr-FR" dirty="0"/>
              <a:t> erat </a:t>
            </a:r>
            <a:r>
              <a:rPr lang="fr-FR" dirty="0" err="1"/>
              <a:t>volutpat</a:t>
            </a:r>
            <a:r>
              <a:rPr lang="fr-FR" dirty="0"/>
              <a:t>. Ut </a:t>
            </a:r>
            <a:r>
              <a:rPr lang="fr-FR" dirty="0" err="1"/>
              <a:t>wisi</a:t>
            </a:r>
            <a:r>
              <a:rPr lang="fr-FR" dirty="0"/>
              <a:t> </a:t>
            </a:r>
            <a:r>
              <a:rPr lang="fr-FR" dirty="0" err="1"/>
              <a:t>enim</a:t>
            </a:r>
            <a:r>
              <a:rPr lang="fr-FR" dirty="0"/>
              <a:t> ad </a:t>
            </a:r>
            <a:r>
              <a:rPr lang="fr-FR" dirty="0" err="1"/>
              <a:t>minim</a:t>
            </a:r>
            <a:r>
              <a:rPr lang="fr-FR" dirty="0"/>
              <a:t> </a:t>
            </a:r>
            <a:r>
              <a:rPr lang="fr-FR" dirty="0" err="1"/>
              <a:t>veniam</a:t>
            </a:r>
            <a:r>
              <a:rPr lang="fr-FR" dirty="0"/>
              <a:t>, </a:t>
            </a:r>
            <a:r>
              <a:rPr lang="fr-FR" dirty="0" err="1"/>
              <a:t>quis</a:t>
            </a:r>
            <a:r>
              <a:rPr lang="fr-FR" dirty="0"/>
              <a:t> </a:t>
            </a:r>
            <a:r>
              <a:rPr lang="fr-FR" dirty="0" err="1"/>
              <a:t>nostrud</a:t>
            </a:r>
            <a:r>
              <a:rPr lang="fr-FR" dirty="0"/>
              <a:t> </a:t>
            </a:r>
            <a:r>
              <a:rPr lang="fr-FR" dirty="0" err="1"/>
              <a:t>exerci</a:t>
            </a:r>
            <a:r>
              <a:rPr lang="fr-FR" dirty="0"/>
              <a:t> </a:t>
            </a:r>
            <a:r>
              <a:rPr lang="fr-FR" dirty="0" err="1"/>
              <a:t>tation</a:t>
            </a:r>
            <a:r>
              <a:rPr lang="fr-FR" dirty="0"/>
              <a:t> </a:t>
            </a:r>
            <a:r>
              <a:rPr lang="fr-FR" dirty="0" err="1"/>
              <a:t>ullamcorper</a:t>
            </a:r>
            <a:r>
              <a:rPr lang="fr-FR" dirty="0"/>
              <a:t> </a:t>
            </a:r>
            <a:r>
              <a:rPr lang="fr-FR" dirty="0" err="1"/>
              <a:t>suscipit</a:t>
            </a:r>
            <a:r>
              <a:rPr lang="fr-FR" dirty="0"/>
              <a:t> </a:t>
            </a:r>
            <a:r>
              <a:rPr lang="fr-FR" dirty="0" err="1"/>
              <a:t>lobortis</a:t>
            </a:r>
            <a:r>
              <a:rPr lang="fr-FR" dirty="0"/>
              <a:t> </a:t>
            </a:r>
            <a:r>
              <a:rPr lang="fr-FR" dirty="0" err="1"/>
              <a:t>nisl</a:t>
            </a:r>
            <a:r>
              <a:rPr lang="fr-FR" dirty="0"/>
              <a:t> ut </a:t>
            </a:r>
            <a:r>
              <a:rPr lang="fr-FR" dirty="0" err="1"/>
              <a:t>aliquip</a:t>
            </a:r>
            <a:r>
              <a:rPr lang="fr-FR" dirty="0"/>
              <a:t> ex </a:t>
            </a:r>
            <a:r>
              <a:rPr lang="fr-FR" dirty="0" err="1"/>
              <a:t>ea</a:t>
            </a:r>
            <a:r>
              <a:rPr lang="fr-FR" dirty="0"/>
              <a:t> </a:t>
            </a:r>
            <a:r>
              <a:rPr lang="fr-FR" dirty="0" err="1"/>
              <a:t>commodo</a:t>
            </a:r>
            <a:r>
              <a:rPr lang="fr-FR" dirty="0"/>
              <a:t> </a:t>
            </a:r>
            <a:r>
              <a:rPr lang="fr-FR" dirty="0" err="1"/>
              <a:t>consequat</a:t>
            </a:r>
            <a:r>
              <a:rPr lang="fr-FR" dirty="0"/>
              <a:t>. Duis </a:t>
            </a:r>
            <a:r>
              <a:rPr lang="fr-FR" dirty="0" err="1"/>
              <a:t>autem</a:t>
            </a:r>
            <a:r>
              <a:rPr lang="fr-FR" dirty="0"/>
              <a:t> </a:t>
            </a:r>
            <a:r>
              <a:rPr lang="fr-FR" dirty="0" err="1"/>
              <a:t>vel</a:t>
            </a:r>
            <a:r>
              <a:rPr lang="fr-FR" dirty="0"/>
              <a:t> </a:t>
            </a:r>
            <a:r>
              <a:rPr lang="fr-FR" dirty="0" err="1"/>
              <a:t>eum</a:t>
            </a:r>
            <a:r>
              <a:rPr lang="fr-FR" dirty="0"/>
              <a:t> </a:t>
            </a:r>
            <a:r>
              <a:rPr lang="fr-FR" dirty="0" err="1"/>
              <a:t>iriure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in </a:t>
            </a:r>
            <a:r>
              <a:rPr lang="fr-FR" dirty="0" err="1"/>
              <a:t>hendrerit</a:t>
            </a:r>
            <a:r>
              <a:rPr lang="fr-FR" dirty="0"/>
              <a:t> in </a:t>
            </a:r>
            <a:r>
              <a:rPr lang="fr-FR" dirty="0" err="1"/>
              <a:t>vulputate</a:t>
            </a:r>
            <a:r>
              <a:rPr lang="fr-FR" dirty="0"/>
              <a:t> </a:t>
            </a:r>
            <a:r>
              <a:rPr lang="fr-FR" dirty="0" err="1"/>
              <a:t>velit</a:t>
            </a:r>
            <a:r>
              <a:rPr lang="fr-FR" dirty="0"/>
              <a:t> esse </a:t>
            </a:r>
            <a:r>
              <a:rPr lang="fr-FR" dirty="0" err="1"/>
              <a:t>molestie</a:t>
            </a:r>
            <a:r>
              <a:rPr lang="fr-FR" dirty="0"/>
              <a:t> </a:t>
            </a:r>
            <a:r>
              <a:rPr lang="fr-FR" dirty="0" err="1"/>
              <a:t>consequat</a:t>
            </a:r>
            <a:r>
              <a:rPr lang="fr-FR" dirty="0"/>
              <a:t>, </a:t>
            </a:r>
            <a:r>
              <a:rPr lang="fr-FR" dirty="0" err="1"/>
              <a:t>vel</a:t>
            </a:r>
            <a:r>
              <a:rPr lang="fr-FR" dirty="0"/>
              <a:t> </a:t>
            </a:r>
            <a:r>
              <a:rPr lang="fr-FR" dirty="0" err="1"/>
              <a:t>illum</a:t>
            </a:r>
            <a:r>
              <a:rPr lang="fr-FR" dirty="0"/>
              <a:t> </a:t>
            </a:r>
            <a:r>
              <a:rPr lang="fr-FR" dirty="0" err="1"/>
              <a:t>dolore</a:t>
            </a:r>
            <a:r>
              <a:rPr lang="fr-FR" dirty="0"/>
              <a:t> eu </a:t>
            </a:r>
            <a:r>
              <a:rPr lang="fr-FR" dirty="0" err="1"/>
              <a:t>feugiat</a:t>
            </a:r>
            <a:r>
              <a:rPr lang="fr-FR" dirty="0"/>
              <a:t> </a:t>
            </a:r>
            <a:r>
              <a:rPr lang="fr-FR" dirty="0" err="1"/>
              <a:t>nulla</a:t>
            </a:r>
            <a:r>
              <a:rPr lang="fr-FR" dirty="0"/>
              <a:t> </a:t>
            </a:r>
            <a:r>
              <a:rPr lang="fr-FR" dirty="0" err="1"/>
              <a:t>facilisis</a:t>
            </a:r>
            <a:r>
              <a:rPr lang="fr-FR" dirty="0"/>
              <a:t> </a:t>
            </a:r>
            <a:r>
              <a:rPr lang="fr-FR" dirty="0" err="1"/>
              <a:t>at</a:t>
            </a:r>
            <a:r>
              <a:rPr lang="fr-FR" dirty="0"/>
              <a:t> </a:t>
            </a:r>
            <a:r>
              <a:rPr lang="fr-FR" dirty="0" err="1"/>
              <a:t>vero</a:t>
            </a:r>
            <a:r>
              <a:rPr lang="fr-FR" dirty="0"/>
              <a:t> </a:t>
            </a:r>
            <a:r>
              <a:rPr lang="fr-FR" dirty="0" err="1"/>
              <a:t>eros</a:t>
            </a:r>
            <a:r>
              <a:rPr lang="fr-FR" dirty="0"/>
              <a:t> et </a:t>
            </a:r>
            <a:r>
              <a:rPr lang="fr-FR" dirty="0" err="1"/>
              <a:t>accumsan</a:t>
            </a:r>
            <a:r>
              <a:rPr lang="fr-FR" dirty="0"/>
              <a:t> et </a:t>
            </a:r>
            <a:r>
              <a:rPr lang="fr-FR" dirty="0" err="1"/>
              <a:t>iusto</a:t>
            </a:r>
            <a:r>
              <a:rPr lang="fr-FR" dirty="0"/>
              <a:t> </a:t>
            </a:r>
            <a:r>
              <a:rPr lang="fr-FR" dirty="0" err="1"/>
              <a:t>odio</a:t>
            </a:r>
            <a:r>
              <a:rPr lang="fr-FR" dirty="0"/>
              <a:t> </a:t>
            </a:r>
            <a:r>
              <a:rPr lang="fr-FR" dirty="0" err="1"/>
              <a:t>dignissim</a:t>
            </a:r>
            <a:r>
              <a:rPr lang="fr-FR" dirty="0"/>
              <a:t> qui </a:t>
            </a:r>
            <a:r>
              <a:rPr lang="fr-FR" dirty="0" err="1"/>
              <a:t>blandit</a:t>
            </a:r>
            <a:r>
              <a:rPr lang="fr-FR" dirty="0"/>
              <a:t> </a:t>
            </a:r>
            <a:r>
              <a:rPr lang="fr-FR" dirty="0" err="1"/>
              <a:t>praesent</a:t>
            </a:r>
            <a:r>
              <a:rPr lang="fr-FR" dirty="0"/>
              <a:t> </a:t>
            </a:r>
            <a:r>
              <a:rPr lang="fr-FR" dirty="0" err="1"/>
              <a:t>luptatum</a:t>
            </a:r>
            <a:r>
              <a:rPr lang="fr-FR" dirty="0"/>
              <a:t> </a:t>
            </a:r>
            <a:r>
              <a:rPr lang="fr-FR" dirty="0" err="1"/>
              <a:t>zzril</a:t>
            </a:r>
            <a:r>
              <a:rPr lang="fr-FR" dirty="0"/>
              <a:t> </a:t>
            </a:r>
            <a:r>
              <a:rPr lang="fr-FR" dirty="0" err="1"/>
              <a:t>delenit</a:t>
            </a:r>
            <a:r>
              <a:rPr lang="fr-FR" dirty="0"/>
              <a:t> </a:t>
            </a: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5</a:t>
            </a:fld>
            <a:endParaRPr lang="fr-FR" dirty="0"/>
          </a:p>
        </p:txBody>
      </p:sp>
      <p:sp>
        <p:nvSpPr>
          <p:cNvPr id="12" name="Espace réservé du pied de page 7">
            <a:extLst>
              <a:ext uri="{FF2B5EF4-FFF2-40B4-BE49-F238E27FC236}">
                <a16:creationId xmlns:a16="http://schemas.microsoft.com/office/drawing/2014/main" id="{8697D126-4D68-E347-AFCC-80AA617EB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0000" y="4783500"/>
            <a:ext cx="5904000" cy="360000"/>
          </a:xfrm>
        </p:spPr>
        <p:txBody>
          <a:bodyPr/>
          <a:lstStyle/>
          <a:p>
            <a:r>
              <a:rPr lang="fr-FR" dirty="0"/>
              <a:t>Intitulé de la direction ou de l’organisme rattaché</a:t>
            </a:r>
          </a:p>
        </p:txBody>
      </p:sp>
    </p:spTree>
    <p:extLst>
      <p:ext uri="{BB962C8B-B14F-4D97-AF65-F5344CB8AC3E}">
        <p14:creationId xmlns:p14="http://schemas.microsoft.com/office/powerpoint/2010/main" val="308264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Titre de la page </a:t>
            </a:r>
            <a:br>
              <a:rPr lang="fr-FR" dirty="0"/>
            </a:br>
            <a:r>
              <a:rPr lang="fr-FR" dirty="0"/>
              <a:t>sur 1 ligne ou 2</a:t>
            </a:r>
          </a:p>
        </p:txBody>
      </p:sp>
      <p:sp>
        <p:nvSpPr>
          <p:cNvPr id="12" name="Espace réservé du contenu 1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consectetuer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, </a:t>
            </a:r>
            <a:r>
              <a:rPr lang="fr-FR" dirty="0" err="1"/>
              <a:t>sed</a:t>
            </a:r>
            <a:r>
              <a:rPr lang="fr-FR" dirty="0"/>
              <a:t> </a:t>
            </a:r>
            <a:r>
              <a:rPr lang="fr-FR" dirty="0" err="1"/>
              <a:t>diamnonummy</a:t>
            </a:r>
            <a:r>
              <a:rPr lang="fr-FR" dirty="0"/>
              <a:t> </a:t>
            </a:r>
            <a:r>
              <a:rPr lang="fr-FR" dirty="0" err="1"/>
              <a:t>nibh</a:t>
            </a:r>
            <a:r>
              <a:rPr lang="fr-FR" dirty="0"/>
              <a:t> </a:t>
            </a:r>
            <a:r>
              <a:rPr lang="fr-FR" dirty="0" err="1"/>
              <a:t>euismod</a:t>
            </a:r>
            <a:r>
              <a:rPr lang="fr-FR" dirty="0"/>
              <a:t> </a:t>
            </a:r>
            <a:r>
              <a:rPr lang="fr-FR" dirty="0" err="1"/>
              <a:t>tincidunt</a:t>
            </a:r>
            <a:r>
              <a:rPr lang="fr-FR" dirty="0"/>
              <a:t> ut </a:t>
            </a:r>
            <a:r>
              <a:rPr lang="fr-FR" dirty="0" err="1"/>
              <a:t>laoreet</a:t>
            </a:r>
            <a:r>
              <a:rPr lang="fr-FR" dirty="0"/>
              <a:t> </a:t>
            </a:r>
            <a:r>
              <a:rPr lang="fr-FR" dirty="0" err="1"/>
              <a:t>dolore</a:t>
            </a:r>
            <a:r>
              <a:rPr lang="fr-FR" dirty="0"/>
              <a:t> magna </a:t>
            </a:r>
            <a:r>
              <a:rPr lang="fr-FR" dirty="0" err="1"/>
              <a:t>aliquam</a:t>
            </a:r>
            <a:r>
              <a:rPr lang="fr-FR" dirty="0"/>
              <a:t> erat </a:t>
            </a:r>
            <a:r>
              <a:rPr lang="fr-FR" dirty="0" err="1"/>
              <a:t>volutpat</a:t>
            </a:r>
            <a:r>
              <a:rPr lang="fr-FR" dirty="0"/>
              <a:t>.</a:t>
            </a:r>
          </a:p>
          <a:p>
            <a:pPr lvl="1"/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endParaRPr lang="fr-FR" dirty="0"/>
          </a:p>
          <a:p>
            <a:pPr lvl="1"/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endParaRPr lang="fr-FR" dirty="0"/>
          </a:p>
          <a:p>
            <a:pPr lvl="1"/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endParaRPr lang="fr-FR" dirty="0"/>
          </a:p>
          <a:p>
            <a:pPr lvl="1"/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 </a:t>
            </a:r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/>
              <a:t>Titre de partie</a:t>
            </a:r>
          </a:p>
          <a:p>
            <a:pPr lvl="1"/>
            <a:r>
              <a:rPr lang="fr-FR" dirty="0"/>
              <a:t>Sous-titre de partie</a:t>
            </a: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6</a:t>
            </a:fld>
            <a:endParaRPr lang="fr-FR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37FC6F1-437D-EC49-BF9D-D6BBB565A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0000" y="4783500"/>
            <a:ext cx="5904000" cy="360000"/>
          </a:xfrm>
        </p:spPr>
        <p:txBody>
          <a:bodyPr/>
          <a:lstStyle/>
          <a:p>
            <a:r>
              <a:rPr lang="fr-FR" dirty="0"/>
              <a:t>Intitulé de la direction ou de l’organisme rattaché</a:t>
            </a:r>
          </a:p>
        </p:txBody>
      </p:sp>
    </p:spTree>
    <p:extLst>
      <p:ext uri="{BB962C8B-B14F-4D97-AF65-F5344CB8AC3E}">
        <p14:creationId xmlns:p14="http://schemas.microsoft.com/office/powerpoint/2010/main" val="2522503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1640" y="3831890"/>
            <a:ext cx="4386634" cy="66498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auto">
          <a:xfrm>
            <a:off x="7816196" y="3962341"/>
            <a:ext cx="540000" cy="288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9953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charset="0"/>
                <a:cs typeface="Arial" charset="0"/>
              </a:rPr>
              <a:t>1 &amp; 2</a:t>
            </a:r>
          </a:p>
        </p:txBody>
      </p:sp>
      <p:sp>
        <p:nvSpPr>
          <p:cNvPr id="15" name="Rectangle 14"/>
          <p:cNvSpPr/>
          <p:nvPr/>
        </p:nvSpPr>
        <p:spPr bwMode="auto">
          <a:xfrm>
            <a:off x="6772484" y="4016341"/>
            <a:ext cx="288000" cy="180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9953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4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16" name="Connecteur droit 15"/>
          <p:cNvCxnSpPr>
            <a:stCxn id="14" idx="1"/>
            <a:endCxn id="15" idx="3"/>
          </p:cNvCxnSpPr>
          <p:nvPr/>
        </p:nvCxnSpPr>
        <p:spPr bwMode="auto">
          <a:xfrm flipH="1">
            <a:off x="7060484" y="4106341"/>
            <a:ext cx="75571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Réduire / Augmenter le niveau de liste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fr-FR" dirty="0"/>
              <a:t>Pour augmenter le niveau de liste :</a:t>
            </a:r>
          </a:p>
          <a:p>
            <a:pPr lvl="2"/>
            <a:r>
              <a:rPr lang="fr-FR" dirty="0"/>
              <a:t>(Ex. : pour passer du texte de niveau 1 au texte de niveau 2 sur la page suivante)</a:t>
            </a:r>
          </a:p>
          <a:p>
            <a:pPr lvl="2"/>
            <a:r>
              <a:rPr lang="fr-FR" dirty="0"/>
              <a:t>Sélectionner le texte de niveau 1 sur la page de texte</a:t>
            </a:r>
          </a:p>
          <a:p>
            <a:pPr lvl="2"/>
            <a:r>
              <a:rPr lang="fr-FR" dirty="0"/>
              <a:t>Menu Accueil / Augmenter le niveau de liste </a:t>
            </a:r>
            <a:r>
              <a:rPr lang="fr-FR" dirty="0">
                <a:solidFill>
                  <a:schemeClr val="bg2"/>
                </a:solidFill>
              </a:rPr>
              <a:t>(2)</a:t>
            </a:r>
          </a:p>
          <a:p>
            <a:pPr lvl="2"/>
            <a:r>
              <a:rPr lang="fr-FR" dirty="0"/>
              <a:t>Cette opération permet de passer au niveau de texte suivant</a:t>
            </a:r>
          </a:p>
          <a:p>
            <a:endParaRPr lang="fr-FR" dirty="0"/>
          </a:p>
          <a:p>
            <a:r>
              <a:rPr lang="fr-FR" dirty="0"/>
              <a:t>Pour réduire le niveau de liste :</a:t>
            </a:r>
          </a:p>
          <a:p>
            <a:pPr lvl="2"/>
            <a:r>
              <a:rPr lang="fr-FR" dirty="0"/>
              <a:t>(Ex. : pour passer du texte niveau 2 au texte niveau 1 sur la page suivante)</a:t>
            </a:r>
          </a:p>
          <a:p>
            <a:pPr lvl="2"/>
            <a:r>
              <a:rPr lang="fr-FR" dirty="0"/>
              <a:t>Sélectionner le texte niveau 2 sur la page de texte</a:t>
            </a:r>
          </a:p>
          <a:p>
            <a:pPr lvl="2"/>
            <a:r>
              <a:rPr lang="fr-FR" dirty="0"/>
              <a:t>Menu Accueil / Réduire le niveau de liste </a:t>
            </a:r>
            <a:r>
              <a:rPr lang="fr-FR" dirty="0">
                <a:solidFill>
                  <a:schemeClr val="bg2"/>
                </a:solidFill>
              </a:rPr>
              <a:t>(1)</a:t>
            </a:r>
          </a:p>
          <a:p>
            <a:pPr lvl="2"/>
            <a:r>
              <a:rPr lang="fr-FR" dirty="0"/>
              <a:t>Cette opération permet de passer au niveau de texte précédent</a:t>
            </a:r>
          </a:p>
        </p:txBody>
      </p:sp>
      <p:sp>
        <p:nvSpPr>
          <p:cNvPr id="27" name="Espace réservé du texte 2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/>
              <a:t>Méthodologie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Intitulé de la direction/service interministérielle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7</a:t>
            </a:fld>
            <a:endParaRPr lang="fr-FR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Titre</a:t>
            </a:r>
            <a:endParaRPr lang="fr-FR" dirty="0"/>
          </a:p>
        </p:txBody>
      </p:sp>
      <p:sp>
        <p:nvSpPr>
          <p:cNvPr id="11" name="Espace réservé du contenu 10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  <a:endParaRPr lang="fr-FR" dirty="0"/>
          </a:p>
        </p:txBody>
      </p:sp>
      <p:sp>
        <p:nvSpPr>
          <p:cNvPr id="23" name="Espace réservé du texte 2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/>
              <a:t>Titre de partie</a:t>
            </a:r>
          </a:p>
          <a:p>
            <a:pPr lvl="1"/>
            <a:r>
              <a:rPr lang="fr-FR"/>
              <a:t>Sous-titre de partie</a:t>
            </a:r>
            <a:endParaRPr lang="fr-FR" dirty="0"/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9" name="Espace réservé du pied de page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Intitulé de la direction/service interministérielle</a:t>
            </a:r>
            <a:endParaRPr lang="fr-FR" dirty="0"/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21818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Copier / coller les textes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fr-FR" dirty="0"/>
              <a:t>À partir d’une ancienne présentation</a:t>
            </a:r>
          </a:p>
          <a:p>
            <a:pPr lvl="2"/>
            <a:r>
              <a:rPr lang="fr-FR" dirty="0"/>
              <a:t>Sélectionner et copier les textes de votre ancienne présentation</a:t>
            </a:r>
          </a:p>
          <a:p>
            <a:pPr lvl="2"/>
            <a:r>
              <a:rPr lang="fr-FR" dirty="0"/>
              <a:t>Sélectionner la zone texte de la nouvelle présentation</a:t>
            </a:r>
          </a:p>
          <a:p>
            <a:pPr lvl="2"/>
            <a:r>
              <a:rPr lang="fr-FR" dirty="0"/>
              <a:t>Cliquer sur « Accueil / Coller (sélectionner la petite flèche sous l’icône Coller) / Collage spécial »</a:t>
            </a:r>
          </a:p>
          <a:p>
            <a:pPr lvl="2"/>
            <a:r>
              <a:rPr lang="fr-FR" dirty="0"/>
              <a:t>Cocher « Coller », « Texte sans mise en forme »  et « OK »</a:t>
            </a:r>
          </a:p>
          <a:p>
            <a:pPr lvl="2"/>
            <a:r>
              <a:rPr lang="fr-FR" dirty="0"/>
              <a:t>Il faut ensuite appliquer les niveaux de texte à l’aide des outils « Réduire / Augmenter le niveau de liste »</a:t>
            </a: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/>
              <a:t>Méthodologie</a:t>
            </a:r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11" name="Espace réservé du pied de page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Intitulé de la direction/service interministérielle</a:t>
            </a:r>
            <a:endParaRPr lang="fr-FR" dirty="0"/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68855463"/>
      </p:ext>
    </p:extLst>
  </p:cSld>
  <p:clrMapOvr>
    <a:masterClrMapping/>
  </p:clrMapOvr>
</p:sld>
</file>

<file path=ppt/theme/theme1.xml><?xml version="1.0" encoding="utf-8"?>
<a:theme xmlns:a="http://schemas.openxmlformats.org/drawingml/2006/main" name="MINISTÈRIEL">
  <a:themeElements>
    <a:clrScheme name="GOUVERNEMENT PPT">
      <a:dk1>
        <a:srgbClr val="000000"/>
      </a:dk1>
      <a:lt1>
        <a:srgbClr val="FFFFFF"/>
      </a:lt1>
      <a:dk2>
        <a:srgbClr val="000091"/>
      </a:dk2>
      <a:lt2>
        <a:srgbClr val="E1000F"/>
      </a:lt2>
      <a:accent1>
        <a:srgbClr val="005841"/>
      </a:accent1>
      <a:accent2>
        <a:srgbClr val="21215A"/>
      </a:accent2>
      <a:accent3>
        <a:srgbClr val="FFD500"/>
      </a:accent3>
      <a:accent4>
        <a:srgbClr val="EA5433"/>
      </a:accent4>
      <a:accent5>
        <a:srgbClr val="8C2237"/>
      </a:accent5>
      <a:accent6>
        <a:srgbClr val="49311F"/>
      </a:accent6>
      <a:hlink>
        <a:srgbClr val="000000"/>
      </a:hlink>
      <a:folHlink>
        <a:srgbClr val="000000"/>
      </a:folHlink>
    </a:clrScheme>
    <a:fontScheme name="Personnalisé 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_ministeriel_marianne" id="{5F0B8B09-9A99-4083-B883-79F2388C6E1D}" vid="{F8005780-5DEF-4BE0-805B-EA49FB1EABC6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711CBDF24E87429AD9C0273156F54A" ma:contentTypeVersion="1" ma:contentTypeDescription="Crée un document." ma:contentTypeScope="" ma:versionID="2e7c5aa9ef5d81659d4bf2e92a6f29ee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e407a0f58931eb9b8f607584e4edce49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Date de début de planification" ma:description="" ma:hidden="true" ma:internalName="PublishingStartDate">
      <xsd:simpleType>
        <xsd:restriction base="dms:Unknown"/>
      </xsd:simpleType>
    </xsd:element>
    <xsd:element name="PublishingExpirationDate" ma:index="9" nillable="true" ma:displayName="Date de fin de planification" ma:description="" ma:hidden="tru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2BA2DB7D-CCA6-4D69-9D2E-F847EECB567B}"/>
</file>

<file path=customXml/itemProps2.xml><?xml version="1.0" encoding="utf-8"?>
<ds:datastoreItem xmlns:ds="http://schemas.openxmlformats.org/officeDocument/2006/customXml" ds:itemID="{4D416C5A-7AEB-4464-B116-D5E8F5627C9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4B279A5-87A2-445D-95C3-916EB9C5F0E3}">
  <ds:schemaRefs>
    <ds:schemaRef ds:uri="http://schemas.microsoft.com/office/2006/metadata/properties"/>
    <ds:schemaRef ds:uri="http://schemas.microsoft.com/office/infopath/2007/PartnerControls"/>
    <ds:schemaRef ds:uri="2c7ddd52-0a06-43b1-a35c-dcb15ea2e3f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MINISTÈRIEL</Template>
  <TotalTime>77</TotalTime>
  <Words>751</Words>
  <Application>Microsoft Macintosh PowerPoint</Application>
  <PresentationFormat>Affichage à l'écran (16:9)</PresentationFormat>
  <Paragraphs>92</Paragraphs>
  <Slides>9</Slides>
  <Notes>0</Notes>
  <HiddenSlides>3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1" baseType="lpstr">
      <vt:lpstr>Arial</vt:lpstr>
      <vt:lpstr>MINISTÈRIEL</vt:lpstr>
      <vt:lpstr>Présentation PowerPoint</vt:lpstr>
      <vt:lpstr>Présentation PowerPoint</vt:lpstr>
      <vt:lpstr>Sommaire</vt:lpstr>
      <vt:lpstr>Titre de partie</vt:lpstr>
      <vt:lpstr>Titre de la page  sur 1 ligne ou 2</vt:lpstr>
      <vt:lpstr>Titre de la page  sur 1 ligne ou 2</vt:lpstr>
      <vt:lpstr>Réduire / Augmenter le niveau de liste</vt:lpstr>
      <vt:lpstr>Titre</vt:lpstr>
      <vt:lpstr>Copier / coller les textes</vt:lpstr>
    </vt:vector>
  </TitlesOfParts>
  <Manager>Client</Manager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>Client</dc:subject>
  <dc:creator>Microsoft Office User</dc:creator>
  <cp:lastModifiedBy>Microsoft Office User</cp:lastModifiedBy>
  <cp:revision>14</cp:revision>
  <dcterms:created xsi:type="dcterms:W3CDTF">2020-03-05T15:21:24Z</dcterms:created>
  <dcterms:modified xsi:type="dcterms:W3CDTF">2024-09-23T12:51:00Z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0x010100AA711CBDF24E87429AD9C0273156F54A</vt:lpwstr>
  </property>
</Properties>
</file>